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5" r:id="rId3"/>
    <p:sldId id="293" r:id="rId4"/>
    <p:sldId id="292" r:id="rId5"/>
    <p:sldId id="276" r:id="rId6"/>
    <p:sldId id="277" r:id="rId7"/>
    <p:sldId id="278" r:id="rId8"/>
    <p:sldId id="294" r:id="rId9"/>
    <p:sldId id="279" r:id="rId10"/>
    <p:sldId id="295" r:id="rId11"/>
    <p:sldId id="280" r:id="rId12"/>
    <p:sldId id="281" r:id="rId13"/>
    <p:sldId id="282" r:id="rId14"/>
    <p:sldId id="283" r:id="rId15"/>
    <p:sldId id="284" r:id="rId16"/>
    <p:sldId id="296" r:id="rId17"/>
    <p:sldId id="297" r:id="rId18"/>
    <p:sldId id="285" r:id="rId19"/>
    <p:sldId id="286" r:id="rId20"/>
    <p:sldId id="298" r:id="rId21"/>
    <p:sldId id="287" r:id="rId22"/>
    <p:sldId id="299" r:id="rId23"/>
    <p:sldId id="291" r:id="rId24"/>
    <p:sldId id="300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CCAC6859-A215-4C78-AF2C-B652A9676A7B}">
          <p14:sldIdLst>
            <p14:sldId id="272"/>
            <p14:sldId id="275"/>
            <p14:sldId id="293"/>
            <p14:sldId id="292"/>
            <p14:sldId id="276"/>
            <p14:sldId id="277"/>
            <p14:sldId id="278"/>
            <p14:sldId id="294"/>
            <p14:sldId id="279"/>
            <p14:sldId id="295"/>
            <p14:sldId id="280"/>
            <p14:sldId id="281"/>
            <p14:sldId id="282"/>
            <p14:sldId id="283"/>
            <p14:sldId id="284"/>
            <p14:sldId id="296"/>
            <p14:sldId id="297"/>
            <p14:sldId id="285"/>
            <p14:sldId id="286"/>
            <p14:sldId id="298"/>
            <p14:sldId id="287"/>
            <p14:sldId id="299"/>
            <p14:sldId id="291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040"/>
    <a:srgbClr val="000000"/>
    <a:srgbClr val="080808"/>
    <a:srgbClr val="FFFFFF"/>
    <a:srgbClr val="172B4D"/>
    <a:srgbClr val="00203F"/>
    <a:srgbClr val="123456"/>
    <a:srgbClr val="0A192F"/>
    <a:srgbClr val="191970"/>
    <a:srgbClr val="00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A88A7-FB1D-4969-9920-B5F4FBF45E8C}" v="189" dt="2025-09-17T00:02:23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ey Evaristo Rodrigues" userId="fb50eefc1efb6381" providerId="Windows Live" clId="Web-{B9B5D969-8FE9-3C5C-CC2C-98B2E3B7FC11}"/>
    <pc:docChg chg="modSld">
      <pc:chgData name="Thiago Ney Evaristo Rodrigues" userId="fb50eefc1efb6381" providerId="Windows Live" clId="Web-{B9B5D969-8FE9-3C5C-CC2C-98B2E3B7FC11}" dt="2025-08-18T20:44:19.876" v="36" actId="1076"/>
      <pc:docMkLst>
        <pc:docMk/>
      </pc:docMkLst>
      <pc:sldChg chg="addSp delSp modSp">
        <pc:chgData name="Thiago Ney Evaristo Rodrigues" userId="fb50eefc1efb6381" providerId="Windows Live" clId="Web-{B9B5D969-8FE9-3C5C-CC2C-98B2E3B7FC11}" dt="2025-08-18T20:44:19.876" v="36" actId="1076"/>
        <pc:sldMkLst>
          <pc:docMk/>
          <pc:sldMk cId="2936865589" sldId="267"/>
        </pc:sldMkLst>
      </pc:sldChg>
    </pc:docChg>
  </pc:docChgLst>
  <pc:docChgLst>
    <pc:chgData name="Usuário Convidado" providerId="Windows Live" clId="Web-{57233262-EDF2-8B2D-E416-E690305389A4}"/>
    <pc:docChg chg="addSld delSld modSld sldOrd modSection">
      <pc:chgData name="Usuário Convidado" userId="" providerId="Windows Live" clId="Web-{57233262-EDF2-8B2D-E416-E690305389A4}" dt="2025-09-04T15:36:53.018" v="180" actId="1076"/>
      <pc:docMkLst>
        <pc:docMk/>
      </pc:docMkLst>
      <pc:sldChg chg="addSp modSp">
        <pc:chgData name="Usuário Convidado" userId="" providerId="Windows Live" clId="Web-{57233262-EDF2-8B2D-E416-E690305389A4}" dt="2025-09-04T15:04:43.242" v="84" actId="20577"/>
        <pc:sldMkLst>
          <pc:docMk/>
          <pc:sldMk cId="1455303379" sldId="306"/>
        </pc:sldMkLst>
      </pc:sldChg>
      <pc:sldChg chg="delSp">
        <pc:chgData name="Usuário Convidado" userId="" providerId="Windows Live" clId="Web-{57233262-EDF2-8B2D-E416-E690305389A4}" dt="2025-09-04T14:49:17.579" v="26"/>
        <pc:sldMkLst>
          <pc:docMk/>
          <pc:sldMk cId="4128823105" sldId="307"/>
        </pc:sldMkLst>
      </pc:sldChg>
      <pc:sldChg chg="addSp delSp modSp">
        <pc:chgData name="Usuário Convidado" userId="" providerId="Windows Live" clId="Web-{57233262-EDF2-8B2D-E416-E690305389A4}" dt="2025-09-04T15:34:40.079" v="163" actId="1076"/>
        <pc:sldMkLst>
          <pc:docMk/>
          <pc:sldMk cId="1299049715" sldId="308"/>
        </pc:sldMkLst>
      </pc:sldChg>
      <pc:sldChg chg="addSp modSp">
        <pc:chgData name="Usuário Convidado" userId="" providerId="Windows Live" clId="Web-{57233262-EDF2-8B2D-E416-E690305389A4}" dt="2025-09-04T15:23:46.693" v="104" actId="20577"/>
        <pc:sldMkLst>
          <pc:docMk/>
          <pc:sldMk cId="720000608" sldId="309"/>
        </pc:sldMkLst>
      </pc:sldChg>
      <pc:sldChg chg="addSp modSp">
        <pc:chgData name="Usuário Convidado" userId="" providerId="Windows Live" clId="Web-{57233262-EDF2-8B2D-E416-E690305389A4}" dt="2025-09-04T15:36:53.018" v="180" actId="1076"/>
        <pc:sldMkLst>
          <pc:docMk/>
          <pc:sldMk cId="93527627" sldId="310"/>
        </pc:sldMkLst>
      </pc:sldChg>
      <pc:sldChg chg="modSp">
        <pc:chgData name="Usuário Convidado" userId="" providerId="Windows Live" clId="Web-{57233262-EDF2-8B2D-E416-E690305389A4}" dt="2025-09-04T15:19:19.733" v="87" actId="1076"/>
        <pc:sldMkLst>
          <pc:docMk/>
          <pc:sldMk cId="197823138" sldId="311"/>
        </pc:sldMkLst>
      </pc:sldChg>
      <pc:sldChg chg="addSp delSp modSp add ord replId">
        <pc:chgData name="Usuário Convidado" userId="" providerId="Windows Live" clId="Web-{57233262-EDF2-8B2D-E416-E690305389A4}" dt="2025-09-04T14:46:30.652" v="16"/>
        <pc:sldMkLst>
          <pc:docMk/>
          <pc:sldMk cId="2125416589" sldId="312"/>
        </pc:sldMkLst>
      </pc:sldChg>
      <pc:sldChg chg="new del">
        <pc:chgData name="Usuário Convidado" userId="" providerId="Windows Live" clId="Web-{57233262-EDF2-8B2D-E416-E690305389A4}" dt="2025-09-04T14:40:18.103" v="1"/>
        <pc:sldMkLst>
          <pc:docMk/>
          <pc:sldMk cId="3924858870" sldId="312"/>
        </pc:sldMkLst>
      </pc:sldChg>
      <pc:sldChg chg="addSp delSp modSp add replId">
        <pc:chgData name="Usuário Convidado" userId="" providerId="Windows Live" clId="Web-{57233262-EDF2-8B2D-E416-E690305389A4}" dt="2025-09-04T15:29:13.273" v="124" actId="1076"/>
        <pc:sldMkLst>
          <pc:docMk/>
          <pc:sldMk cId="3339640022" sldId="313"/>
        </pc:sldMkLst>
      </pc:sldChg>
    </pc:docChg>
  </pc:docChgLst>
  <pc:docChgLst>
    <pc:chgData name="Thiago Ney Evaristo Rodrigues" userId="fb50eefc1efb6381" providerId="LiveId" clId="{4A2E2E4D-6AE6-40C9-B147-34264DB25721}"/>
    <pc:docChg chg="undo redo custSel addSld delSld modSld sldOrd">
      <pc:chgData name="Thiago Ney Evaristo Rodrigues" userId="fb50eefc1efb6381" providerId="LiveId" clId="{4A2E2E4D-6AE6-40C9-B147-34264DB25721}" dt="2025-08-18T20:50:05.521" v="3672" actId="478"/>
      <pc:docMkLst>
        <pc:docMk/>
      </pc:docMkLst>
      <pc:sldChg chg="addSp delSp modSp mod">
        <pc:chgData name="Thiago Ney Evaristo Rodrigues" userId="fb50eefc1efb6381" providerId="LiveId" clId="{4A2E2E4D-6AE6-40C9-B147-34264DB25721}" dt="2025-08-18T20:20:59.053" v="3598" actId="20577"/>
        <pc:sldMkLst>
          <pc:docMk/>
          <pc:sldMk cId="3536410419" sldId="264"/>
        </pc:sldMkLst>
      </pc:sldChg>
      <pc:sldChg chg="addSp delSp modSp mod">
        <pc:chgData name="Thiago Ney Evaristo Rodrigues" userId="fb50eefc1efb6381" providerId="LiveId" clId="{4A2E2E4D-6AE6-40C9-B147-34264DB25721}" dt="2025-08-18T20:19:35.690" v="3564" actId="21"/>
        <pc:sldMkLst>
          <pc:docMk/>
          <pc:sldMk cId="280983118" sldId="265"/>
        </pc:sldMkLst>
      </pc:sldChg>
      <pc:sldChg chg="addSp delSp modSp mod">
        <pc:chgData name="Thiago Ney Evaristo Rodrigues" userId="fb50eefc1efb6381" providerId="LiveId" clId="{4A2E2E4D-6AE6-40C9-B147-34264DB25721}" dt="2025-08-18T20:19:45.955" v="3567" actId="478"/>
        <pc:sldMkLst>
          <pc:docMk/>
          <pc:sldMk cId="3614048354" sldId="266"/>
        </pc:sldMkLst>
      </pc:sldChg>
      <pc:sldChg chg="addSp delSp modSp mod">
        <pc:chgData name="Thiago Ney Evaristo Rodrigues" userId="fb50eefc1efb6381" providerId="LiveId" clId="{4A2E2E4D-6AE6-40C9-B147-34264DB25721}" dt="2025-08-18T20:50:05.521" v="3672" actId="478"/>
        <pc:sldMkLst>
          <pc:docMk/>
          <pc:sldMk cId="2936865589" sldId="267"/>
        </pc:sldMkLst>
      </pc:sldChg>
      <pc:sldChg chg="modSp mod">
        <pc:chgData name="Thiago Ney Evaristo Rodrigues" userId="fb50eefc1efb6381" providerId="LiveId" clId="{4A2E2E4D-6AE6-40C9-B147-34264DB25721}" dt="2025-08-18T20:48:04.268" v="3642" actId="20577"/>
        <pc:sldMkLst>
          <pc:docMk/>
          <pc:sldMk cId="872924692" sldId="268"/>
        </pc:sldMkLst>
      </pc:sldChg>
      <pc:sldChg chg="modSp add del mod">
        <pc:chgData name="Thiago Ney Evaristo Rodrigues" userId="fb50eefc1efb6381" providerId="LiveId" clId="{4A2E2E4D-6AE6-40C9-B147-34264DB25721}" dt="2025-08-18T20:32:26.125" v="3640" actId="47"/>
        <pc:sldMkLst>
          <pc:docMk/>
          <pc:sldMk cId="627221529" sldId="269"/>
        </pc:sldMkLst>
      </pc:sldChg>
      <pc:sldChg chg="del">
        <pc:chgData name="Thiago Ney Evaristo Rodrigues" userId="fb50eefc1efb6381" providerId="LiveId" clId="{4A2E2E4D-6AE6-40C9-B147-34264DB25721}" dt="2025-08-18T14:58:11.630" v="197" actId="47"/>
        <pc:sldMkLst>
          <pc:docMk/>
          <pc:sldMk cId="2978526781" sldId="270"/>
        </pc:sldMkLst>
      </pc:sldChg>
      <pc:sldChg chg="addSp delSp modSp mod">
        <pc:chgData name="Thiago Ney Evaristo Rodrigues" userId="fb50eefc1efb6381" providerId="LiveId" clId="{4A2E2E4D-6AE6-40C9-B147-34264DB25721}" dt="2025-08-18T15:34:31.211" v="749" actId="20577"/>
        <pc:sldMkLst>
          <pc:docMk/>
          <pc:sldMk cId="2710463504" sldId="271"/>
        </pc:sldMkLst>
      </pc:sldChg>
      <pc:sldChg chg="addSp delSp modSp add mod">
        <pc:chgData name="Thiago Ney Evaristo Rodrigues" userId="fb50eefc1efb6381" providerId="LiveId" clId="{4A2E2E4D-6AE6-40C9-B147-34264DB25721}" dt="2025-08-18T15:13:11.534" v="259" actId="20577"/>
        <pc:sldMkLst>
          <pc:docMk/>
          <pc:sldMk cId="1161736965" sldId="272"/>
        </pc:sldMkLst>
        <pc:spChg chg="mod ord">
          <ac:chgData name="Thiago Ney Evaristo Rodrigues" userId="fb50eefc1efb6381" providerId="LiveId" clId="{4A2E2E4D-6AE6-40C9-B147-34264DB25721}" dt="2025-08-18T14:59:17.763" v="203" actId="242"/>
          <ac:spMkLst>
            <pc:docMk/>
            <pc:sldMk cId="1161736965" sldId="272"/>
            <ac:spMk id="2" creationId="{BBBC1C3D-C618-7C9D-E408-52E73CDCC102}"/>
          </ac:spMkLst>
        </pc:spChg>
        <pc:spChg chg="mod ord">
          <ac:chgData name="Thiago Ney Evaristo Rodrigues" userId="fb50eefc1efb6381" providerId="LiveId" clId="{4A2E2E4D-6AE6-40C9-B147-34264DB25721}" dt="2025-08-18T15:13:11.534" v="259" actId="20577"/>
          <ac:spMkLst>
            <pc:docMk/>
            <pc:sldMk cId="1161736965" sldId="272"/>
            <ac:spMk id="3" creationId="{0602F417-C2BA-82D2-A79A-BEAE1A782593}"/>
          </ac:spMkLst>
        </pc:spChg>
        <pc:spChg chg="mod ord">
          <ac:chgData name="Thiago Ney Evaristo Rodrigues" userId="fb50eefc1efb6381" providerId="LiveId" clId="{4A2E2E4D-6AE6-40C9-B147-34264DB25721}" dt="2025-08-18T14:58:47.466" v="202" actId="465"/>
          <ac:spMkLst>
            <pc:docMk/>
            <pc:sldMk cId="1161736965" sldId="272"/>
            <ac:spMk id="8" creationId="{5D6497BB-23FE-6C07-1264-806B7250E8EF}"/>
          </ac:spMkLst>
        </pc:spChg>
        <pc:spChg chg="add mod">
          <ac:chgData name="Thiago Ney Evaristo Rodrigues" userId="fb50eefc1efb6381" providerId="LiveId" clId="{4A2E2E4D-6AE6-40C9-B147-34264DB25721}" dt="2025-08-18T14:52:39.520" v="154" actId="207"/>
          <ac:spMkLst>
            <pc:docMk/>
            <pc:sldMk cId="1161736965" sldId="272"/>
            <ac:spMk id="10" creationId="{35B696B7-EAF9-43C8-FE97-AA60F7B69A41}"/>
          </ac:spMkLst>
        </pc:spChg>
        <pc:spChg chg="add mod ord">
          <ac:chgData name="Thiago Ney Evaristo Rodrigues" userId="fb50eefc1efb6381" providerId="LiveId" clId="{4A2E2E4D-6AE6-40C9-B147-34264DB25721}" dt="2025-08-18T14:54:58.530" v="174" actId="14100"/>
          <ac:spMkLst>
            <pc:docMk/>
            <pc:sldMk cId="1161736965" sldId="272"/>
            <ac:spMk id="11" creationId="{C3DA79A5-1B9B-1336-8CD9-3885DA32B84D}"/>
          </ac:spMkLst>
        </pc:spChg>
      </pc:sldChg>
      <pc:sldChg chg="addSp delSp modSp mod">
        <pc:chgData name="Thiago Ney Evaristo Rodrigues" userId="fb50eefc1efb6381" providerId="LiveId" clId="{4A2E2E4D-6AE6-40C9-B147-34264DB25721}" dt="2025-08-18T19:43:40.005" v="1745" actId="12"/>
        <pc:sldMkLst>
          <pc:docMk/>
          <pc:sldMk cId="1618868839" sldId="273"/>
        </pc:sldMkLst>
      </pc:sldChg>
      <pc:sldChg chg="delSp modSp add del mod">
        <pc:chgData name="Thiago Ney Evaristo Rodrigues" userId="fb50eefc1efb6381" providerId="LiveId" clId="{4A2E2E4D-6AE6-40C9-B147-34264DB25721}" dt="2025-08-18T14:52:53.862" v="155" actId="47"/>
        <pc:sldMkLst>
          <pc:docMk/>
          <pc:sldMk cId="2691277752" sldId="273"/>
        </pc:sldMkLst>
      </pc:sldChg>
      <pc:sldChg chg="addSp delSp modSp mod ord">
        <pc:chgData name="Thiago Ney Evaristo Rodrigues" userId="fb50eefc1efb6381" providerId="LiveId" clId="{4A2E2E4D-6AE6-40C9-B147-34264DB25721}" dt="2025-08-18T20:19:50.143" v="3569" actId="478"/>
        <pc:sldMkLst>
          <pc:docMk/>
          <pc:sldMk cId="3847462140" sldId="274"/>
        </pc:sldMkLst>
      </pc:sldChg>
      <pc:sldChg chg="addSp delSp modSp mod">
        <pc:chgData name="Thiago Ney Evaristo Rodrigues" userId="fb50eefc1efb6381" providerId="LiveId" clId="{4A2E2E4D-6AE6-40C9-B147-34264DB25721}" dt="2025-08-18T20:19:55.047" v="3571" actId="478"/>
        <pc:sldMkLst>
          <pc:docMk/>
          <pc:sldMk cId="2318078833" sldId="275"/>
        </pc:sldMkLst>
      </pc:sldChg>
      <pc:sldChg chg="addSp delSp modSp mod">
        <pc:chgData name="Thiago Ney Evaristo Rodrigues" userId="fb50eefc1efb6381" providerId="LiveId" clId="{4A2E2E4D-6AE6-40C9-B147-34264DB25721}" dt="2025-08-18T20:32:23.748" v="3639" actId="478"/>
        <pc:sldMkLst>
          <pc:docMk/>
          <pc:sldMk cId="4106440066" sldId="276"/>
        </pc:sldMkLst>
      </pc:sldChg>
      <pc:sldChg chg="addSp delSp modSp add mod">
        <pc:chgData name="Thiago Ney Evaristo Rodrigues" userId="fb50eefc1efb6381" providerId="LiveId" clId="{4A2E2E4D-6AE6-40C9-B147-34264DB25721}" dt="2025-08-18T20:19:59.314" v="3573" actId="478"/>
        <pc:sldMkLst>
          <pc:docMk/>
          <pc:sldMk cId="2120162573" sldId="277"/>
        </pc:sldMkLst>
      </pc:sldChg>
    </pc:docChg>
  </pc:docChgLst>
  <pc:docChgLst>
    <pc:chgData name="Thiago Ney Evaristo Rodrigues" userId="fb50eefc1efb6381" providerId="LiveId" clId="{55D7238F-0C39-4C7B-9625-78947C5B06FF}"/>
    <pc:docChg chg="undo custSel addSld delSld modSld delSection modSection">
      <pc:chgData name="Thiago Ney Evaristo Rodrigues" userId="fb50eefc1efb6381" providerId="LiveId" clId="{55D7238F-0C39-4C7B-9625-78947C5B06FF}" dt="2025-09-17T00:03:24.788" v="1933" actId="12789"/>
      <pc:docMkLst>
        <pc:docMk/>
      </pc:docMkLst>
      <pc:sldChg chg="modSp mod">
        <pc:chgData name="Thiago Ney Evaristo Rodrigues" userId="fb50eefc1efb6381" providerId="LiveId" clId="{55D7238F-0C39-4C7B-9625-78947C5B06FF}" dt="2025-09-15T17:40:35.058" v="160" actId="27636"/>
        <pc:sldMkLst>
          <pc:docMk/>
          <pc:sldMk cId="1161736965" sldId="272"/>
        </pc:sldMkLst>
        <pc:spChg chg="mod">
          <ac:chgData name="Thiago Ney Evaristo Rodrigues" userId="fb50eefc1efb6381" providerId="LiveId" clId="{55D7238F-0C39-4C7B-9625-78947C5B06FF}" dt="2025-09-15T17:40:35.058" v="160" actId="27636"/>
          <ac:spMkLst>
            <pc:docMk/>
            <pc:sldMk cId="1161736965" sldId="272"/>
            <ac:spMk id="2" creationId="{BBBC1C3D-C618-7C9D-E408-52E73CDCC102}"/>
          </ac:spMkLst>
        </pc:spChg>
      </pc:sldChg>
      <pc:sldChg chg="modSp del mod">
        <pc:chgData name="Thiago Ney Evaristo Rodrigues" userId="fb50eefc1efb6381" providerId="LiveId" clId="{55D7238F-0C39-4C7B-9625-78947C5B06FF}" dt="2025-09-15T17:52:14.494" v="474" actId="47"/>
        <pc:sldMkLst>
          <pc:docMk/>
          <pc:sldMk cId="3384704189" sldId="274"/>
        </pc:sldMkLst>
        <pc:spChg chg="mod">
          <ac:chgData name="Thiago Ney Evaristo Rodrigues" userId="fb50eefc1efb6381" providerId="LiveId" clId="{55D7238F-0C39-4C7B-9625-78947C5B06FF}" dt="2025-09-15T17:42:43.813" v="222" actId="20577"/>
          <ac:spMkLst>
            <pc:docMk/>
            <pc:sldMk cId="3384704189" sldId="274"/>
            <ac:spMk id="7" creationId="{535B97F7-282A-3DF3-5F61-1E9F6E21CDA9}"/>
          </ac:spMkLst>
        </pc:spChg>
        <pc:spChg chg="mod">
          <ac:chgData name="Thiago Ney Evaristo Rodrigues" userId="fb50eefc1efb6381" providerId="LiveId" clId="{55D7238F-0C39-4C7B-9625-78947C5B06FF}" dt="2025-09-15T17:42:36.344" v="216" actId="5793"/>
          <ac:spMkLst>
            <pc:docMk/>
            <pc:sldMk cId="3384704189" sldId="274"/>
            <ac:spMk id="8" creationId="{DA7DB3D6-169D-A3E5-6CCE-2424F4693484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5T19:38:27.344" v="744" actId="12789"/>
        <pc:sldMkLst>
          <pc:docMk/>
          <pc:sldMk cId="1035606853" sldId="275"/>
        </pc:sldMkLst>
        <pc:spChg chg="mod">
          <ac:chgData name="Thiago Ney Evaristo Rodrigues" userId="fb50eefc1efb6381" providerId="LiveId" clId="{55D7238F-0C39-4C7B-9625-78947C5B06FF}" dt="2025-09-15T19:38:27.344" v="744" actId="12789"/>
          <ac:spMkLst>
            <pc:docMk/>
            <pc:sldMk cId="1035606853" sldId="275"/>
            <ac:spMk id="2" creationId="{E63E9A1C-3012-7819-3632-4767E99991DA}"/>
          </ac:spMkLst>
        </pc:spChg>
        <pc:spChg chg="add">
          <ac:chgData name="Thiago Ney Evaristo Rodrigues" userId="fb50eefc1efb6381" providerId="LiveId" clId="{55D7238F-0C39-4C7B-9625-78947C5B06FF}" dt="2025-09-15T18:40:15.638" v="484"/>
          <ac:spMkLst>
            <pc:docMk/>
            <pc:sldMk cId="1035606853" sldId="275"/>
            <ac:spMk id="6" creationId="{B94ACE76-6F7F-BB04-DD70-6FC35EDB08DE}"/>
          </ac:spMkLst>
        </pc:spChg>
        <pc:spChg chg="mod">
          <ac:chgData name="Thiago Ney Evaristo Rodrigues" userId="fb50eefc1efb6381" providerId="LiveId" clId="{55D7238F-0C39-4C7B-9625-78947C5B06FF}" dt="2025-09-15T17:43:14.336" v="237" actId="20577"/>
          <ac:spMkLst>
            <pc:docMk/>
            <pc:sldMk cId="1035606853" sldId="275"/>
            <ac:spMk id="7" creationId="{592D3198-0F7F-F28F-F1DD-2BF3AB5BFF16}"/>
          </ac:spMkLst>
        </pc:spChg>
        <pc:spChg chg="mod">
          <ac:chgData name="Thiago Ney Evaristo Rodrigues" userId="fb50eefc1efb6381" providerId="LiveId" clId="{55D7238F-0C39-4C7B-9625-78947C5B06FF}" dt="2025-09-15T19:38:27.344" v="744" actId="12789"/>
          <ac:spMkLst>
            <pc:docMk/>
            <pc:sldMk cId="1035606853" sldId="275"/>
            <ac:spMk id="8" creationId="{237CBBDD-01D3-3C39-BF54-02D2068D1784}"/>
          </ac:spMkLst>
        </pc:spChg>
        <pc:picChg chg="add del mod">
          <ac:chgData name="Thiago Ney Evaristo Rodrigues" userId="fb50eefc1efb6381" providerId="LiveId" clId="{55D7238F-0C39-4C7B-9625-78947C5B06FF}" dt="2025-09-15T18:36:35.109" v="479" actId="478"/>
          <ac:picMkLst>
            <pc:docMk/>
            <pc:sldMk cId="1035606853" sldId="275"/>
            <ac:picMk id="5" creationId="{26F21981-DE9A-1B36-A035-A403455C2ACA}"/>
          </ac:picMkLst>
        </pc:picChg>
      </pc:sldChg>
      <pc:sldChg chg="del">
        <pc:chgData name="Thiago Ney Evaristo Rodrigues" userId="fb50eefc1efb6381" providerId="LiveId" clId="{55D7238F-0C39-4C7B-9625-78947C5B06FF}" dt="2025-09-15T17:41:14.961" v="161" actId="47"/>
        <pc:sldMkLst>
          <pc:docMk/>
          <pc:sldMk cId="1463816749" sldId="275"/>
        </pc:sldMkLst>
      </pc:sldChg>
      <pc:sldChg chg="del">
        <pc:chgData name="Thiago Ney Evaristo Rodrigues" userId="fb50eefc1efb6381" providerId="LiveId" clId="{55D7238F-0C39-4C7B-9625-78947C5B06FF}" dt="2025-09-15T17:41:15.172" v="162" actId="47"/>
        <pc:sldMkLst>
          <pc:docMk/>
          <pc:sldMk cId="2988202548" sldId="276"/>
        </pc:sldMkLst>
      </pc:sldChg>
      <pc:sldChg chg="addSp delSp modSp add mod">
        <pc:chgData name="Thiago Ney Evaristo Rodrigues" userId="fb50eefc1efb6381" providerId="LiveId" clId="{55D7238F-0C39-4C7B-9625-78947C5B06FF}" dt="2025-09-15T19:42:59.950" v="774" actId="12789"/>
        <pc:sldMkLst>
          <pc:docMk/>
          <pc:sldMk cId="3873746151" sldId="276"/>
        </pc:sldMkLst>
        <pc:spChg chg="mod">
          <ac:chgData name="Thiago Ney Evaristo Rodrigues" userId="fb50eefc1efb6381" providerId="LiveId" clId="{55D7238F-0C39-4C7B-9625-78947C5B06FF}" dt="2025-09-15T19:42:59.950" v="774" actId="12789"/>
          <ac:spMkLst>
            <pc:docMk/>
            <pc:sldMk cId="3873746151" sldId="276"/>
            <ac:spMk id="2" creationId="{DDC4CAC4-7CB9-D2F3-51E3-434E043F7B86}"/>
          </ac:spMkLst>
        </pc:spChg>
        <pc:spChg chg="add mod">
          <ac:chgData name="Thiago Ney Evaristo Rodrigues" userId="fb50eefc1efb6381" providerId="LiveId" clId="{55D7238F-0C39-4C7B-9625-78947C5B06FF}" dt="2025-09-15T19:42:59.950" v="774" actId="12789"/>
          <ac:spMkLst>
            <pc:docMk/>
            <pc:sldMk cId="3873746151" sldId="276"/>
            <ac:spMk id="3" creationId="{DBD0EE46-65A8-779E-9459-DA578FC25520}"/>
          </ac:spMkLst>
        </pc:spChg>
        <pc:spChg chg="mod">
          <ac:chgData name="Thiago Ney Evaristo Rodrigues" userId="fb50eefc1efb6381" providerId="LiveId" clId="{55D7238F-0C39-4C7B-9625-78947C5B06FF}" dt="2025-09-15T17:45:00.906" v="282" actId="20577"/>
          <ac:spMkLst>
            <pc:docMk/>
            <pc:sldMk cId="3873746151" sldId="276"/>
            <ac:spMk id="7" creationId="{947663BA-6643-67CA-3922-FA68A4830CDD}"/>
          </ac:spMkLst>
        </pc:spChg>
        <pc:spChg chg="del mod">
          <ac:chgData name="Thiago Ney Evaristo Rodrigues" userId="fb50eefc1efb6381" providerId="LiveId" clId="{55D7238F-0C39-4C7B-9625-78947C5B06FF}" dt="2025-09-15T19:30:02.636" v="555" actId="478"/>
          <ac:spMkLst>
            <pc:docMk/>
            <pc:sldMk cId="3873746151" sldId="276"/>
            <ac:spMk id="8" creationId="{901CCB21-C978-7D9B-37F8-1D18711B7647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5T20:12:39.542" v="956" actId="12789"/>
        <pc:sldMkLst>
          <pc:docMk/>
          <pc:sldMk cId="1518777037" sldId="277"/>
        </pc:sldMkLst>
        <pc:spChg chg="mod">
          <ac:chgData name="Thiago Ney Evaristo Rodrigues" userId="fb50eefc1efb6381" providerId="LiveId" clId="{55D7238F-0C39-4C7B-9625-78947C5B06FF}" dt="2025-09-15T20:12:39.542" v="956" actId="12789"/>
          <ac:spMkLst>
            <pc:docMk/>
            <pc:sldMk cId="1518777037" sldId="277"/>
            <ac:spMk id="2" creationId="{99377DFD-6521-5970-B2FD-F527E573D546}"/>
          </ac:spMkLst>
        </pc:spChg>
        <pc:spChg chg="add mod">
          <ac:chgData name="Thiago Ney Evaristo Rodrigues" userId="fb50eefc1efb6381" providerId="LiveId" clId="{55D7238F-0C39-4C7B-9625-78947C5B06FF}" dt="2025-09-15T20:12:39.542" v="956" actId="12789"/>
          <ac:spMkLst>
            <pc:docMk/>
            <pc:sldMk cId="1518777037" sldId="277"/>
            <ac:spMk id="3" creationId="{64790969-7CB3-4D23-AA2E-F247D1D340D7}"/>
          </ac:spMkLst>
        </pc:spChg>
        <pc:spChg chg="mod">
          <ac:chgData name="Thiago Ney Evaristo Rodrigues" userId="fb50eefc1efb6381" providerId="LiveId" clId="{55D7238F-0C39-4C7B-9625-78947C5B06FF}" dt="2025-09-15T17:44:48.550" v="263" actId="20577"/>
          <ac:spMkLst>
            <pc:docMk/>
            <pc:sldMk cId="1518777037" sldId="277"/>
            <ac:spMk id="7" creationId="{0D53CC31-1D08-08D6-4DFE-AC062E33933C}"/>
          </ac:spMkLst>
        </pc:spChg>
        <pc:spChg chg="del">
          <ac:chgData name="Thiago Ney Evaristo Rodrigues" userId="fb50eefc1efb6381" providerId="LiveId" clId="{55D7238F-0C39-4C7B-9625-78947C5B06FF}" dt="2025-09-15T19:48:32.748" v="776" actId="478"/>
          <ac:spMkLst>
            <pc:docMk/>
            <pc:sldMk cId="1518777037" sldId="277"/>
            <ac:spMk id="8" creationId="{B0DEEAE7-472D-6236-3501-A6EF2629BCB3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5T20:06:31.281" v="911" actId="12789"/>
        <pc:sldMkLst>
          <pc:docMk/>
          <pc:sldMk cId="961761319" sldId="278"/>
        </pc:sldMkLst>
        <pc:spChg chg="mod">
          <ac:chgData name="Thiago Ney Evaristo Rodrigues" userId="fb50eefc1efb6381" providerId="LiveId" clId="{55D7238F-0C39-4C7B-9625-78947C5B06FF}" dt="2025-09-15T20:06:31.281" v="911" actId="12789"/>
          <ac:spMkLst>
            <pc:docMk/>
            <pc:sldMk cId="961761319" sldId="278"/>
            <ac:spMk id="2" creationId="{964D61BE-424B-0D10-B4D9-E72CD9BCE95B}"/>
          </ac:spMkLst>
        </pc:spChg>
        <pc:spChg chg="add mod">
          <ac:chgData name="Thiago Ney Evaristo Rodrigues" userId="fb50eefc1efb6381" providerId="LiveId" clId="{55D7238F-0C39-4C7B-9625-78947C5B06FF}" dt="2025-09-15T20:06:31.281" v="911" actId="12789"/>
          <ac:spMkLst>
            <pc:docMk/>
            <pc:sldMk cId="961761319" sldId="278"/>
            <ac:spMk id="3" creationId="{1A3C4A5E-4DA7-AA8F-DE1C-987C2F0CDB29}"/>
          </ac:spMkLst>
        </pc:spChg>
        <pc:spChg chg="mod">
          <ac:chgData name="Thiago Ney Evaristo Rodrigues" userId="fb50eefc1efb6381" providerId="LiveId" clId="{55D7238F-0C39-4C7B-9625-78947C5B06FF}" dt="2025-09-15T17:45:29.128" v="287" actId="20577"/>
          <ac:spMkLst>
            <pc:docMk/>
            <pc:sldMk cId="961761319" sldId="278"/>
            <ac:spMk id="7" creationId="{659552FC-5211-995E-563F-7E0E10F5B5B1}"/>
          </ac:spMkLst>
        </pc:spChg>
        <pc:spChg chg="del mod">
          <ac:chgData name="Thiago Ney Evaristo Rodrigues" userId="fb50eefc1efb6381" providerId="LiveId" clId="{55D7238F-0C39-4C7B-9625-78947C5B06FF}" dt="2025-09-15T20:01:25.780" v="847" actId="478"/>
          <ac:spMkLst>
            <pc:docMk/>
            <pc:sldMk cId="961761319" sldId="278"/>
            <ac:spMk id="8" creationId="{AE4AABF2-6426-3CA9-E7CF-74E65093E965}"/>
          </ac:spMkLst>
        </pc:spChg>
      </pc:sldChg>
      <pc:sldChg chg="del">
        <pc:chgData name="Thiago Ney Evaristo Rodrigues" userId="fb50eefc1efb6381" providerId="LiveId" clId="{55D7238F-0C39-4C7B-9625-78947C5B06FF}" dt="2025-09-15T17:41:15.688" v="163" actId="47"/>
        <pc:sldMkLst>
          <pc:docMk/>
          <pc:sldMk cId="3956068503" sldId="278"/>
        </pc:sldMkLst>
      </pc:sldChg>
      <pc:sldChg chg="del">
        <pc:chgData name="Thiago Ney Evaristo Rodrigues" userId="fb50eefc1efb6381" providerId="LiveId" clId="{55D7238F-0C39-4C7B-9625-78947C5B06FF}" dt="2025-09-15T17:41:16.093" v="164" actId="47"/>
        <pc:sldMkLst>
          <pc:docMk/>
          <pc:sldMk cId="1116526191" sldId="279"/>
        </pc:sldMkLst>
      </pc:sldChg>
      <pc:sldChg chg="addSp delSp modSp add mod">
        <pc:chgData name="Thiago Ney Evaristo Rodrigues" userId="fb50eefc1efb6381" providerId="LiveId" clId="{55D7238F-0C39-4C7B-9625-78947C5B06FF}" dt="2025-09-15T20:48:02.586" v="1043" actId="478"/>
        <pc:sldMkLst>
          <pc:docMk/>
          <pc:sldMk cId="1446122179" sldId="279"/>
        </pc:sldMkLst>
        <pc:spChg chg="mod">
          <ac:chgData name="Thiago Ney Evaristo Rodrigues" userId="fb50eefc1efb6381" providerId="LiveId" clId="{55D7238F-0C39-4C7B-9625-78947C5B06FF}" dt="2025-09-15T20:47:25.759" v="1042" actId="12789"/>
          <ac:spMkLst>
            <pc:docMk/>
            <pc:sldMk cId="1446122179" sldId="279"/>
            <ac:spMk id="2" creationId="{8843C021-02DA-853C-4428-6F6CD1D05696}"/>
          </ac:spMkLst>
        </pc:spChg>
        <pc:spChg chg="add mod">
          <ac:chgData name="Thiago Ney Evaristo Rodrigues" userId="fb50eefc1efb6381" providerId="LiveId" clId="{55D7238F-0C39-4C7B-9625-78947C5B06FF}" dt="2025-09-15T20:47:25.759" v="1042" actId="12789"/>
          <ac:spMkLst>
            <pc:docMk/>
            <pc:sldMk cId="1446122179" sldId="279"/>
            <ac:spMk id="3" creationId="{9FBFF0E9-C8B7-6B34-85DD-04ABC41AC2CA}"/>
          </ac:spMkLst>
        </pc:spChg>
        <pc:spChg chg="add del mod">
          <ac:chgData name="Thiago Ney Evaristo Rodrigues" userId="fb50eefc1efb6381" providerId="LiveId" clId="{55D7238F-0C39-4C7B-9625-78947C5B06FF}" dt="2025-09-15T20:48:02.586" v="1043" actId="478"/>
          <ac:spMkLst>
            <pc:docMk/>
            <pc:sldMk cId="1446122179" sldId="279"/>
            <ac:spMk id="5" creationId="{9EB74240-DC22-07C7-18D0-7028229DE761}"/>
          </ac:spMkLst>
        </pc:spChg>
        <pc:spChg chg="mod">
          <ac:chgData name="Thiago Ney Evaristo Rodrigues" userId="fb50eefc1efb6381" providerId="LiveId" clId="{55D7238F-0C39-4C7B-9625-78947C5B06FF}" dt="2025-09-15T17:46:10.227" v="319" actId="20577"/>
          <ac:spMkLst>
            <pc:docMk/>
            <pc:sldMk cId="1446122179" sldId="279"/>
            <ac:spMk id="7" creationId="{0FA3171F-59DA-9FD4-858F-57F56DE9256F}"/>
          </ac:spMkLst>
        </pc:spChg>
        <pc:spChg chg="del mod">
          <ac:chgData name="Thiago Ney Evaristo Rodrigues" userId="fb50eefc1efb6381" providerId="LiveId" clId="{55D7238F-0C39-4C7B-9625-78947C5B06FF}" dt="2025-09-15T20:11:08.434" v="928" actId="478"/>
          <ac:spMkLst>
            <pc:docMk/>
            <pc:sldMk cId="1446122179" sldId="279"/>
            <ac:spMk id="8" creationId="{67061683-70D9-369C-E9B7-BCE6F47B05D7}"/>
          </ac:spMkLst>
        </pc:spChg>
      </pc:sldChg>
      <pc:sldChg chg="del">
        <pc:chgData name="Thiago Ney Evaristo Rodrigues" userId="fb50eefc1efb6381" providerId="LiveId" clId="{55D7238F-0C39-4C7B-9625-78947C5B06FF}" dt="2025-09-15T17:41:16.886" v="165" actId="47"/>
        <pc:sldMkLst>
          <pc:docMk/>
          <pc:sldMk cId="3055240841" sldId="280"/>
        </pc:sldMkLst>
      </pc:sldChg>
      <pc:sldChg chg="addSp delSp modSp add mod">
        <pc:chgData name="Thiago Ney Evaristo Rodrigues" userId="fb50eefc1efb6381" providerId="LiveId" clId="{55D7238F-0C39-4C7B-9625-78947C5B06FF}" dt="2025-09-16T23:31:21.548" v="1522" actId="12789"/>
        <pc:sldMkLst>
          <pc:docMk/>
          <pc:sldMk cId="3117886483" sldId="280"/>
        </pc:sldMkLst>
        <pc:spChg chg="mod">
          <ac:chgData name="Thiago Ney Evaristo Rodrigues" userId="fb50eefc1efb6381" providerId="LiveId" clId="{55D7238F-0C39-4C7B-9625-78947C5B06FF}" dt="2025-09-16T23:02:56.228" v="1224" actId="12789"/>
          <ac:spMkLst>
            <pc:docMk/>
            <pc:sldMk cId="3117886483" sldId="280"/>
            <ac:spMk id="2" creationId="{711ABBB7-4F50-89CF-CA60-92104D492766}"/>
          </ac:spMkLst>
        </pc:spChg>
        <pc:spChg chg="add mod">
          <ac:chgData name="Thiago Ney Evaristo Rodrigues" userId="fb50eefc1efb6381" providerId="LiveId" clId="{55D7238F-0C39-4C7B-9625-78947C5B06FF}" dt="2025-09-16T23:02:52.636" v="1223" actId="164"/>
          <ac:spMkLst>
            <pc:docMk/>
            <pc:sldMk cId="3117886483" sldId="280"/>
            <ac:spMk id="3" creationId="{3FDF13F2-71AD-90BE-8B68-DDF4790BDED7}"/>
          </ac:spMkLst>
        </pc:spChg>
        <pc:spChg chg="add del mod">
          <ac:chgData name="Thiago Ney Evaristo Rodrigues" userId="fb50eefc1efb6381" providerId="LiveId" clId="{55D7238F-0C39-4C7B-9625-78947C5B06FF}" dt="2025-09-16T23:00:02.934" v="1165" actId="478"/>
          <ac:spMkLst>
            <pc:docMk/>
            <pc:sldMk cId="3117886483" sldId="280"/>
            <ac:spMk id="5" creationId="{987FC20C-F143-352B-C2D4-BCE73FFFB6EF}"/>
          </ac:spMkLst>
        </pc:spChg>
        <pc:spChg chg="add">
          <ac:chgData name="Thiago Ney Evaristo Rodrigues" userId="fb50eefc1efb6381" providerId="LiveId" clId="{55D7238F-0C39-4C7B-9625-78947C5B06FF}" dt="2025-09-16T22:59:13.364" v="1154"/>
          <ac:spMkLst>
            <pc:docMk/>
            <pc:sldMk cId="3117886483" sldId="280"/>
            <ac:spMk id="6" creationId="{7EA5C7B4-1C64-B01B-3C37-0CB18613BBBA}"/>
          </ac:spMkLst>
        </pc:spChg>
        <pc:spChg chg="mod">
          <ac:chgData name="Thiago Ney Evaristo Rodrigues" userId="fb50eefc1efb6381" providerId="LiveId" clId="{55D7238F-0C39-4C7B-9625-78947C5B06FF}" dt="2025-09-15T17:46:30.127" v="326"/>
          <ac:spMkLst>
            <pc:docMk/>
            <pc:sldMk cId="3117886483" sldId="280"/>
            <ac:spMk id="7" creationId="{63A73664-6D76-CDD9-4ECD-27FA269B785F}"/>
          </ac:spMkLst>
        </pc:spChg>
        <pc:spChg chg="mod topLvl">
          <ac:chgData name="Thiago Ney Evaristo Rodrigues" userId="fb50eefc1efb6381" providerId="LiveId" clId="{55D7238F-0C39-4C7B-9625-78947C5B06FF}" dt="2025-09-16T23:31:21.548" v="1522" actId="12789"/>
          <ac:spMkLst>
            <pc:docMk/>
            <pc:sldMk cId="3117886483" sldId="280"/>
            <ac:spMk id="8" creationId="{18B75730-A669-8803-603B-FB876CCC72AF}"/>
          </ac:spMkLst>
        </pc:spChg>
        <pc:spChg chg="del">
          <ac:chgData name="Thiago Ney Evaristo Rodrigues" userId="fb50eefc1efb6381" providerId="LiveId" clId="{55D7238F-0C39-4C7B-9625-78947C5B06FF}" dt="2025-09-15T20:11:11.350" v="929" actId="478"/>
          <ac:spMkLst>
            <pc:docMk/>
            <pc:sldMk cId="3117886483" sldId="280"/>
            <ac:spMk id="8" creationId="{CD8D8801-25DF-8058-E6CF-C0AFBC39BB19}"/>
          </ac:spMkLst>
        </pc:spChg>
        <pc:grpChg chg="add mod">
          <ac:chgData name="Thiago Ney Evaristo Rodrigues" userId="fb50eefc1efb6381" providerId="LiveId" clId="{55D7238F-0C39-4C7B-9625-78947C5B06FF}" dt="2025-09-16T23:02:52.636" v="1223" actId="164"/>
          <ac:grpSpMkLst>
            <pc:docMk/>
            <pc:sldMk cId="3117886483" sldId="280"/>
            <ac:grpSpMk id="9" creationId="{844D1B7F-7F76-6A4B-6485-B5D715F42BE8}"/>
          </ac:grpSpMkLst>
        </pc:grpChg>
        <pc:grpChg chg="add mod">
          <ac:chgData name="Thiago Ney Evaristo Rodrigues" userId="fb50eefc1efb6381" providerId="LiveId" clId="{55D7238F-0C39-4C7B-9625-78947C5B06FF}" dt="2025-09-16T23:02:56.228" v="1224" actId="12789"/>
          <ac:grpSpMkLst>
            <pc:docMk/>
            <pc:sldMk cId="3117886483" sldId="280"/>
            <ac:grpSpMk id="10" creationId="{B7F359CA-52F8-A58E-9303-2895C53E64FB}"/>
          </ac:grpSpMkLst>
        </pc:grpChg>
        <pc:grpChg chg="add del mod">
          <ac:chgData name="Thiago Ney Evaristo Rodrigues" userId="fb50eefc1efb6381" providerId="LiveId" clId="{55D7238F-0C39-4C7B-9625-78947C5B06FF}" dt="2025-09-16T23:02:28.166" v="1215" actId="165"/>
          <ac:grpSpMkLst>
            <pc:docMk/>
            <pc:sldMk cId="3117886483" sldId="280"/>
            <ac:grpSpMk id="17" creationId="{61C46D42-1B05-E859-EB96-5FC872D874E7}"/>
          </ac:grpSpMkLst>
        </pc:grpChg>
        <pc:picChg chg="mod topLvl">
          <ac:chgData name="Thiago Ney Evaristo Rodrigues" userId="fb50eefc1efb6381" providerId="LiveId" clId="{55D7238F-0C39-4C7B-9625-78947C5B06FF}" dt="2025-09-16T23:31:21.548" v="1522" actId="12789"/>
          <ac:picMkLst>
            <pc:docMk/>
            <pc:sldMk cId="3117886483" sldId="280"/>
            <ac:picMk id="14" creationId="{E815B941-4823-3821-85D6-E5678BB565C5}"/>
          </ac:picMkLst>
        </pc:picChg>
      </pc:sldChg>
      <pc:sldChg chg="addSp delSp modSp add mod">
        <pc:chgData name="Thiago Ney Evaristo Rodrigues" userId="fb50eefc1efb6381" providerId="LiveId" clId="{55D7238F-0C39-4C7B-9625-78947C5B06FF}" dt="2025-09-16T23:11:25.178" v="1344" actId="12789"/>
        <pc:sldMkLst>
          <pc:docMk/>
          <pc:sldMk cId="318971978" sldId="281"/>
        </pc:sldMkLst>
        <pc:spChg chg="mod">
          <ac:chgData name="Thiago Ney Evaristo Rodrigues" userId="fb50eefc1efb6381" providerId="LiveId" clId="{55D7238F-0C39-4C7B-9625-78947C5B06FF}" dt="2025-09-16T23:11:25.178" v="1344" actId="12789"/>
          <ac:spMkLst>
            <pc:docMk/>
            <pc:sldMk cId="318971978" sldId="281"/>
            <ac:spMk id="2" creationId="{F7EAC6FC-1DC4-B129-04EF-6E80B8B93F4C}"/>
          </ac:spMkLst>
        </pc:spChg>
        <pc:spChg chg="add mod">
          <ac:chgData name="Thiago Ney Evaristo Rodrigues" userId="fb50eefc1efb6381" providerId="LiveId" clId="{55D7238F-0C39-4C7B-9625-78947C5B06FF}" dt="2025-09-16T23:11:25.178" v="1344" actId="12789"/>
          <ac:spMkLst>
            <pc:docMk/>
            <pc:sldMk cId="318971978" sldId="281"/>
            <ac:spMk id="3" creationId="{49185B3E-6669-331F-9CA3-EF70EF824F09}"/>
          </ac:spMkLst>
        </pc:spChg>
        <pc:spChg chg="add del mod">
          <ac:chgData name="Thiago Ney Evaristo Rodrigues" userId="fb50eefc1efb6381" providerId="LiveId" clId="{55D7238F-0C39-4C7B-9625-78947C5B06FF}" dt="2025-09-16T23:06:52.689" v="1226" actId="478"/>
          <ac:spMkLst>
            <pc:docMk/>
            <pc:sldMk cId="318971978" sldId="281"/>
            <ac:spMk id="5" creationId="{E0B0ACA8-97D1-09A8-DFBD-849C3979D6BB}"/>
          </ac:spMkLst>
        </pc:spChg>
        <pc:spChg chg="add">
          <ac:chgData name="Thiago Ney Evaristo Rodrigues" userId="fb50eefc1efb6381" providerId="LiveId" clId="{55D7238F-0C39-4C7B-9625-78947C5B06FF}" dt="2025-09-16T23:06:54.857" v="1227"/>
          <ac:spMkLst>
            <pc:docMk/>
            <pc:sldMk cId="318971978" sldId="281"/>
            <ac:spMk id="6" creationId="{053B98D3-D7E5-3DC2-2EDB-041E885D22B3}"/>
          </ac:spMkLst>
        </pc:spChg>
        <pc:spChg chg="mod">
          <ac:chgData name="Thiago Ney Evaristo Rodrigues" userId="fb50eefc1efb6381" providerId="LiveId" clId="{55D7238F-0C39-4C7B-9625-78947C5B06FF}" dt="2025-09-15T17:46:55.037" v="332"/>
          <ac:spMkLst>
            <pc:docMk/>
            <pc:sldMk cId="318971978" sldId="281"/>
            <ac:spMk id="7" creationId="{CC60B3B9-754F-4B53-4FAF-CD3F28F879FF}"/>
          </ac:spMkLst>
        </pc:spChg>
        <pc:spChg chg="del">
          <ac:chgData name="Thiago Ney Evaristo Rodrigues" userId="fb50eefc1efb6381" providerId="LiveId" clId="{55D7238F-0C39-4C7B-9625-78947C5B06FF}" dt="2025-09-15T20:11:14.240" v="930" actId="478"/>
          <ac:spMkLst>
            <pc:docMk/>
            <pc:sldMk cId="318971978" sldId="281"/>
            <ac:spMk id="8" creationId="{58615A0C-EF45-F264-4605-289BD4E95EC5}"/>
          </ac:spMkLst>
        </pc:spChg>
      </pc:sldChg>
      <pc:sldChg chg="del">
        <pc:chgData name="Thiago Ney Evaristo Rodrigues" userId="fb50eefc1efb6381" providerId="LiveId" clId="{55D7238F-0C39-4C7B-9625-78947C5B06FF}" dt="2025-09-15T17:41:17.598" v="166" actId="47"/>
        <pc:sldMkLst>
          <pc:docMk/>
          <pc:sldMk cId="1533079733" sldId="282"/>
        </pc:sldMkLst>
      </pc:sldChg>
      <pc:sldChg chg="addSp delSp modSp add mod">
        <pc:chgData name="Thiago Ney Evaristo Rodrigues" userId="fb50eefc1efb6381" providerId="LiveId" clId="{55D7238F-0C39-4C7B-9625-78947C5B06FF}" dt="2025-09-16T23:16:46.567" v="1355" actId="12789"/>
        <pc:sldMkLst>
          <pc:docMk/>
          <pc:sldMk cId="2537587073" sldId="282"/>
        </pc:sldMkLst>
        <pc:spChg chg="mod">
          <ac:chgData name="Thiago Ney Evaristo Rodrigues" userId="fb50eefc1efb6381" providerId="LiveId" clId="{55D7238F-0C39-4C7B-9625-78947C5B06FF}" dt="2025-09-16T23:16:46.567" v="1355" actId="12789"/>
          <ac:spMkLst>
            <pc:docMk/>
            <pc:sldMk cId="2537587073" sldId="282"/>
            <ac:spMk id="2" creationId="{ECE0A455-6DEE-9CB6-1184-D84B45DA1775}"/>
          </ac:spMkLst>
        </pc:spChg>
        <pc:spChg chg="add mod">
          <ac:chgData name="Thiago Ney Evaristo Rodrigues" userId="fb50eefc1efb6381" providerId="LiveId" clId="{55D7238F-0C39-4C7B-9625-78947C5B06FF}" dt="2025-09-16T23:16:46.567" v="1355" actId="12789"/>
          <ac:spMkLst>
            <pc:docMk/>
            <pc:sldMk cId="2537587073" sldId="282"/>
            <ac:spMk id="3" creationId="{4992F5E6-A74A-AF83-0D5C-D5D6804D2438}"/>
          </ac:spMkLst>
        </pc:spChg>
        <pc:spChg chg="add del mod">
          <ac:chgData name="Thiago Ney Evaristo Rodrigues" userId="fb50eefc1efb6381" providerId="LiveId" clId="{55D7238F-0C39-4C7B-9625-78947C5B06FF}" dt="2025-09-16T23:16:09.361" v="1347" actId="478"/>
          <ac:spMkLst>
            <pc:docMk/>
            <pc:sldMk cId="2537587073" sldId="282"/>
            <ac:spMk id="5" creationId="{2CC195AB-A4D2-E1B3-D4DD-4750F70D8867}"/>
          </ac:spMkLst>
        </pc:spChg>
        <pc:spChg chg="mod">
          <ac:chgData name="Thiago Ney Evaristo Rodrigues" userId="fb50eefc1efb6381" providerId="LiveId" clId="{55D7238F-0C39-4C7B-9625-78947C5B06FF}" dt="2025-09-15T17:47:22.083" v="337"/>
          <ac:spMkLst>
            <pc:docMk/>
            <pc:sldMk cId="2537587073" sldId="282"/>
            <ac:spMk id="7" creationId="{C9B0AFD6-7993-C9E9-A648-2A2DEDDB2387}"/>
          </ac:spMkLst>
        </pc:spChg>
        <pc:spChg chg="del">
          <ac:chgData name="Thiago Ney Evaristo Rodrigues" userId="fb50eefc1efb6381" providerId="LiveId" clId="{55D7238F-0C39-4C7B-9625-78947C5B06FF}" dt="2025-09-15T20:11:17.199" v="931" actId="478"/>
          <ac:spMkLst>
            <pc:docMk/>
            <pc:sldMk cId="2537587073" sldId="282"/>
            <ac:spMk id="8" creationId="{C302B5AD-8A29-1D0D-1F2D-330E87BC90D5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6T23:22:04.763" v="1392" actId="12789"/>
        <pc:sldMkLst>
          <pc:docMk/>
          <pc:sldMk cId="2369063833" sldId="283"/>
        </pc:sldMkLst>
        <pc:spChg chg="mod">
          <ac:chgData name="Thiago Ney Evaristo Rodrigues" userId="fb50eefc1efb6381" providerId="LiveId" clId="{55D7238F-0C39-4C7B-9625-78947C5B06FF}" dt="2025-09-16T23:22:04.763" v="1392" actId="12789"/>
          <ac:spMkLst>
            <pc:docMk/>
            <pc:sldMk cId="2369063833" sldId="283"/>
            <ac:spMk id="2" creationId="{B10B0554-F9BD-BA37-172C-E7DEA0BBC1FF}"/>
          </ac:spMkLst>
        </pc:spChg>
        <pc:spChg chg="add mod">
          <ac:chgData name="Thiago Ney Evaristo Rodrigues" userId="fb50eefc1efb6381" providerId="LiveId" clId="{55D7238F-0C39-4C7B-9625-78947C5B06FF}" dt="2025-09-16T23:22:04.763" v="1392" actId="12789"/>
          <ac:spMkLst>
            <pc:docMk/>
            <pc:sldMk cId="2369063833" sldId="283"/>
            <ac:spMk id="3" creationId="{666221E8-D955-93A9-FE5B-2C84CE79E3F3}"/>
          </ac:spMkLst>
        </pc:spChg>
        <pc:spChg chg="add del mod">
          <ac:chgData name="Thiago Ney Evaristo Rodrigues" userId="fb50eefc1efb6381" providerId="LiveId" clId="{55D7238F-0C39-4C7B-9625-78947C5B06FF}" dt="2025-09-16T23:17:04.476" v="1356" actId="478"/>
          <ac:spMkLst>
            <pc:docMk/>
            <pc:sldMk cId="2369063833" sldId="283"/>
            <ac:spMk id="5" creationId="{F636DFF4-0941-1EA6-21BA-960D3AAA0632}"/>
          </ac:spMkLst>
        </pc:spChg>
        <pc:spChg chg="mod">
          <ac:chgData name="Thiago Ney Evaristo Rodrigues" userId="fb50eefc1efb6381" providerId="LiveId" clId="{55D7238F-0C39-4C7B-9625-78947C5B06FF}" dt="2025-09-15T17:49:01.048" v="347" actId="27636"/>
          <ac:spMkLst>
            <pc:docMk/>
            <pc:sldMk cId="2369063833" sldId="283"/>
            <ac:spMk id="7" creationId="{66DEFD2F-A846-1CAA-19E8-6DA030E65D05}"/>
          </ac:spMkLst>
        </pc:spChg>
        <pc:spChg chg="del">
          <ac:chgData name="Thiago Ney Evaristo Rodrigues" userId="fb50eefc1efb6381" providerId="LiveId" clId="{55D7238F-0C39-4C7B-9625-78947C5B06FF}" dt="2025-09-15T20:11:19.480" v="932" actId="478"/>
          <ac:spMkLst>
            <pc:docMk/>
            <pc:sldMk cId="2369063833" sldId="283"/>
            <ac:spMk id="8" creationId="{8C268015-514F-BC59-7156-B25E51A3DFDA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6T23:32:31.033" v="1536" actId="1037"/>
        <pc:sldMkLst>
          <pc:docMk/>
          <pc:sldMk cId="846964697" sldId="284"/>
        </pc:sldMkLst>
        <pc:spChg chg="mod">
          <ac:chgData name="Thiago Ney Evaristo Rodrigues" userId="fb50eefc1efb6381" providerId="LiveId" clId="{55D7238F-0C39-4C7B-9625-78947C5B06FF}" dt="2025-09-16T23:27:33.520" v="1424" actId="12789"/>
          <ac:spMkLst>
            <pc:docMk/>
            <pc:sldMk cId="846964697" sldId="284"/>
            <ac:spMk id="2" creationId="{D95538A4-7259-1340-7040-ECCA504B8F2F}"/>
          </ac:spMkLst>
        </pc:spChg>
        <pc:spChg chg="add mod">
          <ac:chgData name="Thiago Ney Evaristo Rodrigues" userId="fb50eefc1efb6381" providerId="LiveId" clId="{55D7238F-0C39-4C7B-9625-78947C5B06FF}" dt="2025-09-16T23:29:09.550" v="1467" actId="1036"/>
          <ac:spMkLst>
            <pc:docMk/>
            <pc:sldMk cId="846964697" sldId="284"/>
            <ac:spMk id="3" creationId="{D9F52129-B827-EE3E-433E-DB74AC884505}"/>
          </ac:spMkLst>
        </pc:spChg>
        <pc:spChg chg="add del mod">
          <ac:chgData name="Thiago Ney Evaristo Rodrigues" userId="fb50eefc1efb6381" providerId="LiveId" clId="{55D7238F-0C39-4C7B-9625-78947C5B06FF}" dt="2025-09-16T23:27:20.681" v="1422" actId="478"/>
          <ac:spMkLst>
            <pc:docMk/>
            <pc:sldMk cId="846964697" sldId="284"/>
            <ac:spMk id="5" creationId="{0B425055-33E8-EE0E-506B-3385DE7563BA}"/>
          </ac:spMkLst>
        </pc:spChg>
        <pc:spChg chg="add">
          <ac:chgData name="Thiago Ney Evaristo Rodrigues" userId="fb50eefc1efb6381" providerId="LiveId" clId="{55D7238F-0C39-4C7B-9625-78947C5B06FF}" dt="2025-09-16T23:26:13.229" v="1393"/>
          <ac:spMkLst>
            <pc:docMk/>
            <pc:sldMk cId="846964697" sldId="284"/>
            <ac:spMk id="6" creationId="{AC3C7C01-5239-DB6D-9E74-1886CBFA5358}"/>
          </ac:spMkLst>
        </pc:spChg>
        <pc:spChg chg="mod">
          <ac:chgData name="Thiago Ney Evaristo Rodrigues" userId="fb50eefc1efb6381" providerId="LiveId" clId="{55D7238F-0C39-4C7B-9625-78947C5B06FF}" dt="2025-09-15T17:49:34.099" v="353"/>
          <ac:spMkLst>
            <pc:docMk/>
            <pc:sldMk cId="846964697" sldId="284"/>
            <ac:spMk id="7" creationId="{E42D3944-2AE4-5B94-C9A6-DB90AD55B1CF}"/>
          </ac:spMkLst>
        </pc:spChg>
        <pc:spChg chg="del">
          <ac:chgData name="Thiago Ney Evaristo Rodrigues" userId="fb50eefc1efb6381" providerId="LiveId" clId="{55D7238F-0C39-4C7B-9625-78947C5B06FF}" dt="2025-09-15T20:11:22.583" v="933" actId="478"/>
          <ac:spMkLst>
            <pc:docMk/>
            <pc:sldMk cId="846964697" sldId="284"/>
            <ac:spMk id="8" creationId="{E9E336F4-4079-65D6-2B3F-BBA84B6A4625}"/>
          </ac:spMkLst>
        </pc:spChg>
        <pc:spChg chg="add mod">
          <ac:chgData name="Thiago Ney Evaristo Rodrigues" userId="fb50eefc1efb6381" providerId="LiveId" clId="{55D7238F-0C39-4C7B-9625-78947C5B06FF}" dt="2025-09-16T23:32:28.518" v="1532" actId="14100"/>
          <ac:spMkLst>
            <pc:docMk/>
            <pc:sldMk cId="846964697" sldId="284"/>
            <ac:spMk id="10" creationId="{2534095D-2A0F-69E3-9D87-CAB309BE9BFB}"/>
          </ac:spMkLst>
        </pc:spChg>
        <pc:picChg chg="add mod">
          <ac:chgData name="Thiago Ney Evaristo Rodrigues" userId="fb50eefc1efb6381" providerId="LiveId" clId="{55D7238F-0C39-4C7B-9625-78947C5B06FF}" dt="2025-09-16T23:32:31.033" v="1536" actId="1037"/>
          <ac:picMkLst>
            <pc:docMk/>
            <pc:sldMk cId="846964697" sldId="284"/>
            <ac:picMk id="9" creationId="{205007B6-C6FC-387A-F7E4-D32FD84F9BF1}"/>
          </ac:picMkLst>
        </pc:picChg>
      </pc:sldChg>
      <pc:sldChg chg="add del">
        <pc:chgData name="Thiago Ney Evaristo Rodrigues" userId="fb50eefc1efb6381" providerId="LiveId" clId="{55D7238F-0C39-4C7B-9625-78947C5B06FF}" dt="2025-09-15T17:41:50.589" v="169" actId="47"/>
        <pc:sldMkLst>
          <pc:docMk/>
          <pc:sldMk cId="3791703865" sldId="284"/>
        </pc:sldMkLst>
      </pc:sldChg>
      <pc:sldChg chg="addSp delSp modSp add mod">
        <pc:chgData name="Thiago Ney Evaristo Rodrigues" userId="fb50eefc1efb6381" providerId="LiveId" clId="{55D7238F-0C39-4C7B-9625-78947C5B06FF}" dt="2025-09-16T23:49:27.279" v="1757" actId="20577"/>
        <pc:sldMkLst>
          <pc:docMk/>
          <pc:sldMk cId="2206017699" sldId="285"/>
        </pc:sldMkLst>
        <pc:spChg chg="add mod">
          <ac:chgData name="Thiago Ney Evaristo Rodrigues" userId="fb50eefc1efb6381" providerId="LiveId" clId="{55D7238F-0C39-4C7B-9625-78947C5B06FF}" dt="2025-09-16T23:47:38.313" v="1750" actId="1035"/>
          <ac:spMkLst>
            <pc:docMk/>
            <pc:sldMk cId="2206017699" sldId="285"/>
            <ac:spMk id="3" creationId="{0ECD326B-2A48-FD2D-656E-10840BA09B8E}"/>
          </ac:spMkLst>
        </pc:spChg>
        <pc:spChg chg="add del mod">
          <ac:chgData name="Thiago Ney Evaristo Rodrigues" userId="fb50eefc1efb6381" providerId="LiveId" clId="{55D7238F-0C39-4C7B-9625-78947C5B06FF}" dt="2025-09-16T23:44:06.283" v="1709" actId="478"/>
          <ac:spMkLst>
            <pc:docMk/>
            <pc:sldMk cId="2206017699" sldId="285"/>
            <ac:spMk id="5" creationId="{64A78BD0-929C-1823-CDDC-DF8575F1E752}"/>
          </ac:spMkLst>
        </pc:spChg>
        <pc:spChg chg="mod">
          <ac:chgData name="Thiago Ney Evaristo Rodrigues" userId="fb50eefc1efb6381" providerId="LiveId" clId="{55D7238F-0C39-4C7B-9625-78947C5B06FF}" dt="2025-09-15T17:49:57.463" v="364" actId="20577"/>
          <ac:spMkLst>
            <pc:docMk/>
            <pc:sldMk cId="2206017699" sldId="285"/>
            <ac:spMk id="7" creationId="{272CC806-CCAB-D7D9-8BB8-9B4674471266}"/>
          </ac:spMkLst>
        </pc:spChg>
        <pc:spChg chg="del">
          <ac:chgData name="Thiago Ney Evaristo Rodrigues" userId="fb50eefc1efb6381" providerId="LiveId" clId="{55D7238F-0C39-4C7B-9625-78947C5B06FF}" dt="2025-09-15T20:11:24.730" v="934" actId="478"/>
          <ac:spMkLst>
            <pc:docMk/>
            <pc:sldMk cId="2206017699" sldId="285"/>
            <ac:spMk id="8" creationId="{2FCB73B8-A2E0-218C-F131-D336BFA445E5}"/>
          </ac:spMkLst>
        </pc:spChg>
        <pc:spChg chg="add mod">
          <ac:chgData name="Thiago Ney Evaristo Rodrigues" userId="fb50eefc1efb6381" providerId="LiveId" clId="{55D7238F-0C39-4C7B-9625-78947C5B06FF}" dt="2025-09-16T23:49:27.279" v="1757" actId="20577"/>
          <ac:spMkLst>
            <pc:docMk/>
            <pc:sldMk cId="2206017699" sldId="285"/>
            <ac:spMk id="9" creationId="{F50BDEBD-0D9D-677B-1569-7BE0C0F4994A}"/>
          </ac:spMkLst>
        </pc:spChg>
        <pc:grpChg chg="add mod">
          <ac:chgData name="Thiago Ney Evaristo Rodrigues" userId="fb50eefc1efb6381" providerId="LiveId" clId="{55D7238F-0C39-4C7B-9625-78947C5B06FF}" dt="2025-09-16T23:47:28.107" v="1746" actId="12788"/>
          <ac:grpSpMkLst>
            <pc:docMk/>
            <pc:sldMk cId="2206017699" sldId="285"/>
            <ac:grpSpMk id="10" creationId="{C142F2FA-ABB0-B290-D7E3-4F91575B26F8}"/>
          </ac:grpSpMkLst>
        </pc:grpChg>
        <pc:picChg chg="add mod">
          <ac:chgData name="Thiago Ney Evaristo Rodrigues" userId="fb50eefc1efb6381" providerId="LiveId" clId="{55D7238F-0C39-4C7B-9625-78947C5B06FF}" dt="2025-09-16T23:47:25.018" v="1745" actId="164"/>
          <ac:picMkLst>
            <pc:docMk/>
            <pc:sldMk cId="2206017699" sldId="285"/>
            <ac:picMk id="8" creationId="{7CDDCB00-8578-FAEF-138B-FFD74EC7DCB1}"/>
          </ac:picMkLst>
        </pc:picChg>
      </pc:sldChg>
      <pc:sldChg chg="modSp del mod">
        <pc:chgData name="Thiago Ney Evaristo Rodrigues" userId="fb50eefc1efb6381" providerId="LiveId" clId="{55D7238F-0C39-4C7B-9625-78947C5B06FF}" dt="2025-09-15T17:41:51.245" v="174" actId="47"/>
        <pc:sldMkLst>
          <pc:docMk/>
          <pc:sldMk cId="3788311483" sldId="285"/>
        </pc:sldMkLst>
      </pc:sldChg>
      <pc:sldChg chg="addSp delSp modSp add mod">
        <pc:chgData name="Thiago Ney Evaristo Rodrigues" userId="fb50eefc1efb6381" providerId="LiveId" clId="{55D7238F-0C39-4C7B-9625-78947C5B06FF}" dt="2025-09-16T23:53:35.219" v="1810" actId="20577"/>
        <pc:sldMkLst>
          <pc:docMk/>
          <pc:sldMk cId="1540908998" sldId="286"/>
        </pc:sldMkLst>
        <pc:spChg chg="mod">
          <ac:chgData name="Thiago Ney Evaristo Rodrigues" userId="fb50eefc1efb6381" providerId="LiveId" clId="{55D7238F-0C39-4C7B-9625-78947C5B06FF}" dt="2025-09-16T23:51:34.172" v="1767" actId="12789"/>
          <ac:spMkLst>
            <pc:docMk/>
            <pc:sldMk cId="1540908998" sldId="286"/>
            <ac:spMk id="2" creationId="{9E68D7D4-1E80-7153-77AA-F5FCDDD6B98A}"/>
          </ac:spMkLst>
        </pc:spChg>
        <pc:spChg chg="add mod">
          <ac:chgData name="Thiago Ney Evaristo Rodrigues" userId="fb50eefc1efb6381" providerId="LiveId" clId="{55D7238F-0C39-4C7B-9625-78947C5B06FF}" dt="2025-09-16T23:53:35.219" v="1810" actId="20577"/>
          <ac:spMkLst>
            <pc:docMk/>
            <pc:sldMk cId="1540908998" sldId="286"/>
            <ac:spMk id="3" creationId="{01F3952D-D736-4E40-D005-6D80C25AAFCC}"/>
          </ac:spMkLst>
        </pc:spChg>
        <pc:spChg chg="add del mod">
          <ac:chgData name="Thiago Ney Evaristo Rodrigues" userId="fb50eefc1efb6381" providerId="LiveId" clId="{55D7238F-0C39-4C7B-9625-78947C5B06FF}" dt="2025-09-16T23:49:35.891" v="1758" actId="478"/>
          <ac:spMkLst>
            <pc:docMk/>
            <pc:sldMk cId="1540908998" sldId="286"/>
            <ac:spMk id="5" creationId="{6E075ADA-3209-9838-FA40-1ACD065C72E7}"/>
          </ac:spMkLst>
        </pc:spChg>
        <pc:spChg chg="mod">
          <ac:chgData name="Thiago Ney Evaristo Rodrigues" userId="fb50eefc1efb6381" providerId="LiveId" clId="{55D7238F-0C39-4C7B-9625-78947C5B06FF}" dt="2025-09-15T17:50:48.025" v="391" actId="20577"/>
          <ac:spMkLst>
            <pc:docMk/>
            <pc:sldMk cId="1540908998" sldId="286"/>
            <ac:spMk id="7" creationId="{6D02AF08-B177-CA27-F0BA-32D87C809CB1}"/>
          </ac:spMkLst>
        </pc:spChg>
        <pc:spChg chg="del">
          <ac:chgData name="Thiago Ney Evaristo Rodrigues" userId="fb50eefc1efb6381" providerId="LiveId" clId="{55D7238F-0C39-4C7B-9625-78947C5B06FF}" dt="2025-09-15T20:11:26.791" v="935" actId="478"/>
          <ac:spMkLst>
            <pc:docMk/>
            <pc:sldMk cId="1540908998" sldId="286"/>
            <ac:spMk id="8" creationId="{2B5A16CD-AE21-CD37-A1B8-5112E72DFA39}"/>
          </ac:spMkLst>
        </pc:spChg>
      </pc:sldChg>
      <pc:sldChg chg="del">
        <pc:chgData name="Thiago Ney Evaristo Rodrigues" userId="fb50eefc1efb6381" providerId="LiveId" clId="{55D7238F-0C39-4C7B-9625-78947C5B06FF}" dt="2025-09-15T17:41:51.451" v="181" actId="47"/>
        <pc:sldMkLst>
          <pc:docMk/>
          <pc:sldMk cId="3475443560" sldId="286"/>
        </pc:sldMkLst>
      </pc:sldChg>
      <pc:sldChg chg="del">
        <pc:chgData name="Thiago Ney Evaristo Rodrigues" userId="fb50eefc1efb6381" providerId="LiveId" clId="{55D7238F-0C39-4C7B-9625-78947C5B06FF}" dt="2025-09-15T17:41:53.512" v="187" actId="47"/>
        <pc:sldMkLst>
          <pc:docMk/>
          <pc:sldMk cId="328924196" sldId="287"/>
        </pc:sldMkLst>
      </pc:sldChg>
      <pc:sldChg chg="addSp delSp modSp add mod">
        <pc:chgData name="Thiago Ney Evaristo Rodrigues" userId="fb50eefc1efb6381" providerId="LiveId" clId="{55D7238F-0C39-4C7B-9625-78947C5B06FF}" dt="2025-09-16T23:59:54.886" v="1898" actId="12788"/>
        <pc:sldMkLst>
          <pc:docMk/>
          <pc:sldMk cId="1807592528" sldId="287"/>
        </pc:sldMkLst>
        <pc:spChg chg="mod">
          <ac:chgData name="Thiago Ney Evaristo Rodrigues" userId="fb50eefc1efb6381" providerId="LiveId" clId="{55D7238F-0C39-4C7B-9625-78947C5B06FF}" dt="2025-09-16T23:59:51.423" v="1897" actId="12789"/>
          <ac:spMkLst>
            <pc:docMk/>
            <pc:sldMk cId="1807592528" sldId="287"/>
            <ac:spMk id="2" creationId="{1E81C845-8DB8-2D21-DC4A-799D41F1E3B1}"/>
          </ac:spMkLst>
        </pc:spChg>
        <pc:spChg chg="add mod">
          <ac:chgData name="Thiago Ney Evaristo Rodrigues" userId="fb50eefc1efb6381" providerId="LiveId" clId="{55D7238F-0C39-4C7B-9625-78947C5B06FF}" dt="2025-09-16T23:59:54.886" v="1898" actId="12788"/>
          <ac:spMkLst>
            <pc:docMk/>
            <pc:sldMk cId="1807592528" sldId="287"/>
            <ac:spMk id="3" creationId="{264ED083-AB16-DF6E-DAAD-7A9D3D48C797}"/>
          </ac:spMkLst>
        </pc:spChg>
        <pc:spChg chg="add del mod">
          <ac:chgData name="Thiago Ney Evaristo Rodrigues" userId="fb50eefc1efb6381" providerId="LiveId" clId="{55D7238F-0C39-4C7B-9625-78947C5B06FF}" dt="2025-09-16T23:58:36.090" v="1880" actId="478"/>
          <ac:spMkLst>
            <pc:docMk/>
            <pc:sldMk cId="1807592528" sldId="287"/>
            <ac:spMk id="5" creationId="{D0D223BB-073B-234A-BFD8-C49A3CBD88E7}"/>
          </ac:spMkLst>
        </pc:spChg>
        <pc:spChg chg="mod">
          <ac:chgData name="Thiago Ney Evaristo Rodrigues" userId="fb50eefc1efb6381" providerId="LiveId" clId="{55D7238F-0C39-4C7B-9625-78947C5B06FF}" dt="2025-09-15T17:51:16.297" v="396"/>
          <ac:spMkLst>
            <pc:docMk/>
            <pc:sldMk cId="1807592528" sldId="287"/>
            <ac:spMk id="7" creationId="{F880892A-31DD-F148-7D27-2054FD0E5EF5}"/>
          </ac:spMkLst>
        </pc:spChg>
        <pc:spChg chg="del">
          <ac:chgData name="Thiago Ney Evaristo Rodrigues" userId="fb50eefc1efb6381" providerId="LiveId" clId="{55D7238F-0C39-4C7B-9625-78947C5B06FF}" dt="2025-09-15T20:11:28.780" v="936" actId="478"/>
          <ac:spMkLst>
            <pc:docMk/>
            <pc:sldMk cId="1807592528" sldId="287"/>
            <ac:spMk id="8" creationId="{E346C554-F990-EE15-32E6-8D8B73B5B584}"/>
          </ac:spMkLst>
        </pc:spChg>
      </pc:sldChg>
      <pc:sldChg chg="addSp delSp modSp add del mod">
        <pc:chgData name="Thiago Ney Evaristo Rodrigues" userId="fb50eefc1efb6381" providerId="LiveId" clId="{55D7238F-0C39-4C7B-9625-78947C5B06FF}" dt="2025-09-16T23:48:30.328" v="1751" actId="47"/>
        <pc:sldMkLst>
          <pc:docMk/>
          <pc:sldMk cId="564403636" sldId="288"/>
        </pc:sldMkLst>
        <pc:spChg chg="add mod">
          <ac:chgData name="Thiago Ney Evaristo Rodrigues" userId="fb50eefc1efb6381" providerId="LiveId" clId="{55D7238F-0C39-4C7B-9625-78947C5B06FF}" dt="2025-09-15T20:12:07.820" v="950"/>
          <ac:spMkLst>
            <pc:docMk/>
            <pc:sldMk cId="564403636" sldId="288"/>
            <ac:spMk id="3" creationId="{7B5D005A-412A-1757-95EB-70F613090231}"/>
          </ac:spMkLst>
        </pc:spChg>
        <pc:spChg chg="add mod">
          <ac:chgData name="Thiago Ney Evaristo Rodrigues" userId="fb50eefc1efb6381" providerId="LiveId" clId="{55D7238F-0C39-4C7B-9625-78947C5B06FF}" dt="2025-09-15T20:13:26.471" v="983"/>
          <ac:spMkLst>
            <pc:docMk/>
            <pc:sldMk cId="564403636" sldId="288"/>
            <ac:spMk id="5" creationId="{E9BB4585-6554-B7D9-37BE-2272660DBE04}"/>
          </ac:spMkLst>
        </pc:spChg>
        <pc:spChg chg="del">
          <ac:chgData name="Thiago Ney Evaristo Rodrigues" userId="fb50eefc1efb6381" providerId="LiveId" clId="{55D7238F-0C39-4C7B-9625-78947C5B06FF}" dt="2025-09-15T20:11:31.292" v="937" actId="478"/>
          <ac:spMkLst>
            <pc:docMk/>
            <pc:sldMk cId="564403636" sldId="288"/>
            <ac:spMk id="8" creationId="{B44FACC9-944D-446D-B93D-9FB7FFF69319}"/>
          </ac:spMkLst>
        </pc:spChg>
      </pc:sldChg>
      <pc:sldChg chg="addSp delSp modSp add del mod">
        <pc:chgData name="Thiago Ney Evaristo Rodrigues" userId="fb50eefc1efb6381" providerId="LiveId" clId="{55D7238F-0C39-4C7B-9625-78947C5B06FF}" dt="2025-09-16T23:48:35.732" v="1752" actId="47"/>
        <pc:sldMkLst>
          <pc:docMk/>
          <pc:sldMk cId="1088867747" sldId="289"/>
        </pc:sldMkLst>
        <pc:spChg chg="add mod">
          <ac:chgData name="Thiago Ney Evaristo Rodrigues" userId="fb50eefc1efb6381" providerId="LiveId" clId="{55D7238F-0C39-4C7B-9625-78947C5B06FF}" dt="2025-09-15T20:12:09.160" v="951"/>
          <ac:spMkLst>
            <pc:docMk/>
            <pc:sldMk cId="1088867747" sldId="289"/>
            <ac:spMk id="3" creationId="{1668EBC9-1E9D-FBC8-7753-9EDC446147B0}"/>
          </ac:spMkLst>
        </pc:spChg>
        <pc:spChg chg="add mod">
          <ac:chgData name="Thiago Ney Evaristo Rodrigues" userId="fb50eefc1efb6381" providerId="LiveId" clId="{55D7238F-0C39-4C7B-9625-78947C5B06FF}" dt="2025-09-15T20:13:27.663" v="984"/>
          <ac:spMkLst>
            <pc:docMk/>
            <pc:sldMk cId="1088867747" sldId="289"/>
            <ac:spMk id="5" creationId="{A107C5D9-7B1F-3B90-8A99-141CE21B52BD}"/>
          </ac:spMkLst>
        </pc:spChg>
        <pc:spChg chg="mod">
          <ac:chgData name="Thiago Ney Evaristo Rodrigues" userId="fb50eefc1efb6381" providerId="LiveId" clId="{55D7238F-0C39-4C7B-9625-78947C5B06FF}" dt="2025-09-15T17:51:37.394" v="423" actId="20577"/>
          <ac:spMkLst>
            <pc:docMk/>
            <pc:sldMk cId="1088867747" sldId="289"/>
            <ac:spMk id="7" creationId="{57D70987-CD29-37F6-9A3B-2F8D61C9EACA}"/>
          </ac:spMkLst>
        </pc:spChg>
        <pc:spChg chg="del">
          <ac:chgData name="Thiago Ney Evaristo Rodrigues" userId="fb50eefc1efb6381" providerId="LiveId" clId="{55D7238F-0C39-4C7B-9625-78947C5B06FF}" dt="2025-09-15T20:11:33.492" v="938" actId="478"/>
          <ac:spMkLst>
            <pc:docMk/>
            <pc:sldMk cId="1088867747" sldId="289"/>
            <ac:spMk id="8" creationId="{FA4C695A-646F-D702-301D-B8E17A935C09}"/>
          </ac:spMkLst>
        </pc:spChg>
      </pc:sldChg>
      <pc:sldChg chg="addSp delSp modSp del mod">
        <pc:chgData name="Thiago Ney Evaristo Rodrigues" userId="fb50eefc1efb6381" providerId="LiveId" clId="{55D7238F-0C39-4C7B-9625-78947C5B06FF}" dt="2025-09-15T17:41:51.128" v="170" actId="47"/>
        <pc:sldMkLst>
          <pc:docMk/>
          <pc:sldMk cId="3999059121" sldId="289"/>
        </pc:sldMkLst>
      </pc:sldChg>
      <pc:sldChg chg="delSp del mod">
        <pc:chgData name="Thiago Ney Evaristo Rodrigues" userId="fb50eefc1efb6381" providerId="LiveId" clId="{55D7238F-0C39-4C7B-9625-78947C5B06FF}" dt="2025-09-04T01:35:53.772" v="105" actId="47"/>
        <pc:sldMkLst>
          <pc:docMk/>
          <pc:sldMk cId="812709666" sldId="290"/>
        </pc:sldMkLst>
      </pc:sldChg>
      <pc:sldChg chg="addSp delSp modSp add del mod">
        <pc:chgData name="Thiago Ney Evaristo Rodrigues" userId="fb50eefc1efb6381" providerId="LiveId" clId="{55D7238F-0C39-4C7B-9625-78947C5B06FF}" dt="2025-09-16T23:48:36.909" v="1753" actId="47"/>
        <pc:sldMkLst>
          <pc:docMk/>
          <pc:sldMk cId="1075921003" sldId="290"/>
        </pc:sldMkLst>
        <pc:spChg chg="add mod">
          <ac:chgData name="Thiago Ney Evaristo Rodrigues" userId="fb50eefc1efb6381" providerId="LiveId" clId="{55D7238F-0C39-4C7B-9625-78947C5B06FF}" dt="2025-09-15T20:12:10.640" v="952"/>
          <ac:spMkLst>
            <pc:docMk/>
            <pc:sldMk cId="1075921003" sldId="290"/>
            <ac:spMk id="3" creationId="{4E168218-3A21-4E8E-AFC3-E895BF995EEA}"/>
          </ac:spMkLst>
        </pc:spChg>
        <pc:spChg chg="add mod">
          <ac:chgData name="Thiago Ney Evaristo Rodrigues" userId="fb50eefc1efb6381" providerId="LiveId" clId="{55D7238F-0C39-4C7B-9625-78947C5B06FF}" dt="2025-09-15T20:13:29.080" v="985"/>
          <ac:spMkLst>
            <pc:docMk/>
            <pc:sldMk cId="1075921003" sldId="290"/>
            <ac:spMk id="5" creationId="{61F61670-824A-2ACE-E2B4-2212F82DE8C2}"/>
          </ac:spMkLst>
        </pc:spChg>
        <pc:spChg chg="mod">
          <ac:chgData name="Thiago Ney Evaristo Rodrigues" userId="fb50eefc1efb6381" providerId="LiveId" clId="{55D7238F-0C39-4C7B-9625-78947C5B06FF}" dt="2025-09-15T17:51:58.296" v="459" actId="20577"/>
          <ac:spMkLst>
            <pc:docMk/>
            <pc:sldMk cId="1075921003" sldId="290"/>
            <ac:spMk id="7" creationId="{175B2CE1-FB76-F020-E397-9D4DF64FEF7A}"/>
          </ac:spMkLst>
        </pc:spChg>
        <pc:spChg chg="del">
          <ac:chgData name="Thiago Ney Evaristo Rodrigues" userId="fb50eefc1efb6381" providerId="LiveId" clId="{55D7238F-0C39-4C7B-9625-78947C5B06FF}" dt="2025-09-15T20:11:35.622" v="939" actId="478"/>
          <ac:spMkLst>
            <pc:docMk/>
            <pc:sldMk cId="1075921003" sldId="290"/>
            <ac:spMk id="8" creationId="{8D84A0BA-6394-DDF4-1FC6-3C81CE308690}"/>
          </ac:spMkLst>
        </pc:spChg>
      </pc:sldChg>
      <pc:sldChg chg="addSp delSp modSp add mod">
        <pc:chgData name="Thiago Ney Evaristo Rodrigues" userId="fb50eefc1efb6381" providerId="LiveId" clId="{55D7238F-0C39-4C7B-9625-78947C5B06FF}" dt="2025-09-17T00:02:59.262" v="1926" actId="12789"/>
        <pc:sldMkLst>
          <pc:docMk/>
          <pc:sldMk cId="1863602720" sldId="291"/>
        </pc:sldMkLst>
        <pc:spChg chg="mod">
          <ac:chgData name="Thiago Ney Evaristo Rodrigues" userId="fb50eefc1efb6381" providerId="LiveId" clId="{55D7238F-0C39-4C7B-9625-78947C5B06FF}" dt="2025-09-17T00:02:59.262" v="1926" actId="12789"/>
          <ac:spMkLst>
            <pc:docMk/>
            <pc:sldMk cId="1863602720" sldId="291"/>
            <ac:spMk id="2" creationId="{73A23ED0-EAB2-6A9E-63C9-4DC4418F16DC}"/>
          </ac:spMkLst>
        </pc:spChg>
        <pc:spChg chg="add mod">
          <ac:chgData name="Thiago Ney Evaristo Rodrigues" userId="fb50eefc1efb6381" providerId="LiveId" clId="{55D7238F-0C39-4C7B-9625-78947C5B06FF}" dt="2025-09-17T00:02:59.262" v="1926" actId="12789"/>
          <ac:spMkLst>
            <pc:docMk/>
            <pc:sldMk cId="1863602720" sldId="291"/>
            <ac:spMk id="3" creationId="{81D8126F-9068-854A-F4E2-77BBAB70AC6A}"/>
          </ac:spMkLst>
        </pc:spChg>
        <pc:spChg chg="add del mod">
          <ac:chgData name="Thiago Ney Evaristo Rodrigues" userId="fb50eefc1efb6381" providerId="LiveId" clId="{55D7238F-0C39-4C7B-9625-78947C5B06FF}" dt="2025-09-17T00:02:29.778" v="1918" actId="478"/>
          <ac:spMkLst>
            <pc:docMk/>
            <pc:sldMk cId="1863602720" sldId="291"/>
            <ac:spMk id="5" creationId="{E65154F1-AA30-ED35-8BE4-5C5E4272665D}"/>
          </ac:spMkLst>
        </pc:spChg>
        <pc:spChg chg="mod">
          <ac:chgData name="Thiago Ney Evaristo Rodrigues" userId="fb50eefc1efb6381" providerId="LiveId" clId="{55D7238F-0C39-4C7B-9625-78947C5B06FF}" dt="2025-09-17T00:01:46.315" v="1900"/>
          <ac:spMkLst>
            <pc:docMk/>
            <pc:sldMk cId="1863602720" sldId="291"/>
            <ac:spMk id="7" creationId="{83096461-5780-65C1-0ACC-12BF0F04F20E}"/>
          </ac:spMkLst>
        </pc:spChg>
        <pc:spChg chg="del">
          <ac:chgData name="Thiago Ney Evaristo Rodrigues" userId="fb50eefc1efb6381" providerId="LiveId" clId="{55D7238F-0C39-4C7B-9625-78947C5B06FF}" dt="2025-09-15T20:11:38.056" v="940" actId="478"/>
          <ac:spMkLst>
            <pc:docMk/>
            <pc:sldMk cId="1863602720" sldId="291"/>
            <ac:spMk id="8" creationId="{7661ED5E-05B7-C809-7B6C-334C1E260E6E}"/>
          </ac:spMkLst>
        </pc:spChg>
      </pc:sldChg>
      <pc:sldChg chg="del">
        <pc:chgData name="Thiago Ney Evaristo Rodrigues" userId="fb50eefc1efb6381" providerId="LiveId" clId="{55D7238F-0C39-4C7B-9625-78947C5B06FF}" dt="2025-09-15T17:41:51.151" v="171" actId="47"/>
        <pc:sldMkLst>
          <pc:docMk/>
          <pc:sldMk cId="101690547" sldId="292"/>
        </pc:sldMkLst>
      </pc:sldChg>
      <pc:sldChg chg="addSp delSp modSp add mod">
        <pc:chgData name="Thiago Ney Evaristo Rodrigues" userId="fb50eefc1efb6381" providerId="LiveId" clId="{55D7238F-0C39-4C7B-9625-78947C5B06FF}" dt="2025-09-16T23:32:10.504" v="1531" actId="12789"/>
        <pc:sldMkLst>
          <pc:docMk/>
          <pc:sldMk cId="2698377551" sldId="292"/>
        </pc:sldMkLst>
        <pc:spChg chg="mod">
          <ac:chgData name="Thiago Ney Evaristo Rodrigues" userId="fb50eefc1efb6381" providerId="LiveId" clId="{55D7238F-0C39-4C7B-9625-78947C5B06FF}" dt="2025-09-16T23:32:10.504" v="1531" actId="12789"/>
          <ac:spMkLst>
            <pc:docMk/>
            <pc:sldMk cId="2698377551" sldId="292"/>
            <ac:spMk id="2" creationId="{926A6581-6289-9226-0267-3C9F7269E551}"/>
          </ac:spMkLst>
        </pc:spChg>
        <pc:spChg chg="add mod">
          <ac:chgData name="Thiago Ney Evaristo Rodrigues" userId="fb50eefc1efb6381" providerId="LiveId" clId="{55D7238F-0C39-4C7B-9625-78947C5B06FF}" dt="2025-09-16T23:32:05.468" v="1530" actId="164"/>
          <ac:spMkLst>
            <pc:docMk/>
            <pc:sldMk cId="2698377551" sldId="292"/>
            <ac:spMk id="3" creationId="{80C1E0CC-DBF8-AF4E-9206-965DB4694F1E}"/>
          </ac:spMkLst>
        </pc:spChg>
        <pc:spChg chg="del">
          <ac:chgData name="Thiago Ney Evaristo Rodrigues" userId="fb50eefc1efb6381" providerId="LiveId" clId="{55D7238F-0C39-4C7B-9625-78947C5B06FF}" dt="2025-09-15T18:36:39.625" v="480" actId="478"/>
          <ac:spMkLst>
            <pc:docMk/>
            <pc:sldMk cId="2698377551" sldId="292"/>
            <ac:spMk id="8" creationId="{7A5843EB-8F3C-01F8-4E17-A21154622694}"/>
          </ac:spMkLst>
        </pc:spChg>
        <pc:grpChg chg="add mod">
          <ac:chgData name="Thiago Ney Evaristo Rodrigues" userId="fb50eefc1efb6381" providerId="LiveId" clId="{55D7238F-0C39-4C7B-9625-78947C5B06FF}" dt="2025-09-16T23:32:10.504" v="1531" actId="12789"/>
          <ac:grpSpMkLst>
            <pc:docMk/>
            <pc:sldMk cId="2698377551" sldId="292"/>
            <ac:grpSpMk id="6" creationId="{7125FF7F-C0B8-EF30-25CE-D460C9132939}"/>
          </ac:grpSpMkLst>
        </pc:grpChg>
        <pc:picChg chg="mod modCrop">
          <ac:chgData name="Thiago Ney Evaristo Rodrigues" userId="fb50eefc1efb6381" providerId="LiveId" clId="{55D7238F-0C39-4C7B-9625-78947C5B06FF}" dt="2025-09-16T23:32:05.468" v="1530" actId="164"/>
          <ac:picMkLst>
            <pc:docMk/>
            <pc:sldMk cId="2698377551" sldId="292"/>
            <ac:picMk id="5" creationId="{2FD4DE4F-1E55-865E-5AA0-D2DA5E6FA0E0}"/>
          </ac:picMkLst>
        </pc:picChg>
      </pc:sldChg>
      <pc:sldChg chg="addSp delSp modSp add mod">
        <pc:chgData name="Thiago Ney Evaristo Rodrigues" userId="fb50eefc1efb6381" providerId="LiveId" clId="{55D7238F-0C39-4C7B-9625-78947C5B06FF}" dt="2025-09-15T19:38:39.846" v="747" actId="12789"/>
        <pc:sldMkLst>
          <pc:docMk/>
          <pc:sldMk cId="78337627" sldId="293"/>
        </pc:sldMkLst>
        <pc:spChg chg="mod">
          <ac:chgData name="Thiago Ney Evaristo Rodrigues" userId="fb50eefc1efb6381" providerId="LiveId" clId="{55D7238F-0C39-4C7B-9625-78947C5B06FF}" dt="2025-09-15T19:38:39.846" v="747" actId="12789"/>
          <ac:spMkLst>
            <pc:docMk/>
            <pc:sldMk cId="78337627" sldId="293"/>
            <ac:spMk id="2" creationId="{61DFDD95-E623-CD1A-B461-5B28204455FA}"/>
          </ac:spMkLst>
        </pc:spChg>
        <pc:spChg chg="add del mod">
          <ac:chgData name="Thiago Ney Evaristo Rodrigues" userId="fb50eefc1efb6381" providerId="LiveId" clId="{55D7238F-0C39-4C7B-9625-78947C5B06FF}" dt="2025-09-15T19:38:39.846" v="747" actId="12789"/>
          <ac:spMkLst>
            <pc:docMk/>
            <pc:sldMk cId="78337627" sldId="293"/>
            <ac:spMk id="8" creationId="{C07CC640-9CEF-ED84-ECCF-174818FF0989}"/>
          </ac:spMkLst>
        </pc:spChg>
      </pc:sldChg>
      <pc:sldChg chg="addSp delSp modSp del mod">
        <pc:chgData name="Thiago Ney Evaristo Rodrigues" userId="fb50eefc1efb6381" providerId="LiveId" clId="{55D7238F-0C39-4C7B-9625-78947C5B06FF}" dt="2025-09-15T17:41:51.190" v="172" actId="47"/>
        <pc:sldMkLst>
          <pc:docMk/>
          <pc:sldMk cId="2041108154" sldId="293"/>
        </pc:sldMkLst>
      </pc:sldChg>
      <pc:sldChg chg="delSp modSp add del mod">
        <pc:chgData name="Thiago Ney Evaristo Rodrigues" userId="fb50eefc1efb6381" providerId="LiveId" clId="{55D7238F-0C39-4C7B-9625-78947C5B06FF}" dt="2025-09-15T19:43:05.426" v="775" actId="47"/>
        <pc:sldMkLst>
          <pc:docMk/>
          <pc:sldMk cId="389327695" sldId="294"/>
        </pc:sldMkLst>
        <pc:spChg chg="mod">
          <ac:chgData name="Thiago Ney Evaristo Rodrigues" userId="fb50eefc1efb6381" providerId="LiveId" clId="{55D7238F-0C39-4C7B-9625-78947C5B06FF}" dt="2025-09-15T19:40:07.731" v="759" actId="12789"/>
          <ac:spMkLst>
            <pc:docMk/>
            <pc:sldMk cId="389327695" sldId="294"/>
            <ac:spMk id="2" creationId="{F6C3D2EE-6410-3C44-4FC4-C0CA2F2ADB20}"/>
          </ac:spMkLst>
        </pc:spChg>
        <pc:spChg chg="del mod">
          <ac:chgData name="Thiago Ney Evaristo Rodrigues" userId="fb50eefc1efb6381" providerId="LiveId" clId="{55D7238F-0C39-4C7B-9625-78947C5B06FF}" dt="2025-09-15T19:42:39.286" v="764"/>
          <ac:spMkLst>
            <pc:docMk/>
            <pc:sldMk cId="389327695" sldId="294"/>
            <ac:spMk id="3" creationId="{EAACC7B9-2DBA-6D55-479F-E7F60048CF5D}"/>
          </ac:spMkLst>
        </pc:spChg>
      </pc:sldChg>
      <pc:sldChg chg="delSp del mod">
        <pc:chgData name="Thiago Ney Evaristo Rodrigues" userId="fb50eefc1efb6381" providerId="LiveId" clId="{55D7238F-0C39-4C7B-9625-78947C5B06FF}" dt="2025-09-04T01:32:51.342" v="5" actId="47"/>
        <pc:sldMkLst>
          <pc:docMk/>
          <pc:sldMk cId="1102398761" sldId="294"/>
        </pc:sldMkLst>
      </pc:sldChg>
      <pc:sldChg chg="addSp delSp modSp add mod">
        <pc:chgData name="Thiago Ney Evaristo Rodrigues" userId="fb50eefc1efb6381" providerId="LiveId" clId="{55D7238F-0C39-4C7B-9625-78947C5B06FF}" dt="2025-09-16T23:31:49.788" v="1528" actId="12789"/>
        <pc:sldMkLst>
          <pc:docMk/>
          <pc:sldMk cId="1906987426" sldId="294"/>
        </pc:sldMkLst>
        <pc:spChg chg="mod">
          <ac:chgData name="Thiago Ney Evaristo Rodrigues" userId="fb50eefc1efb6381" providerId="LiveId" clId="{55D7238F-0C39-4C7B-9625-78947C5B06FF}" dt="2025-09-16T23:31:49.788" v="1528" actId="12789"/>
          <ac:spMkLst>
            <pc:docMk/>
            <pc:sldMk cId="1906987426" sldId="294"/>
            <ac:spMk id="2" creationId="{2A87EDE4-105F-5DC7-04AC-D3811C6A9E62}"/>
          </ac:spMkLst>
        </pc:spChg>
        <pc:spChg chg="del">
          <ac:chgData name="Thiago Ney Evaristo Rodrigues" userId="fb50eefc1efb6381" providerId="LiveId" clId="{55D7238F-0C39-4C7B-9625-78947C5B06FF}" dt="2025-09-15T20:27:21.450" v="988" actId="478"/>
          <ac:spMkLst>
            <pc:docMk/>
            <pc:sldMk cId="1906987426" sldId="294"/>
            <ac:spMk id="3" creationId="{672475F6-9140-44D9-8DC4-3B0B0ED72D36}"/>
          </ac:spMkLst>
        </pc:spChg>
        <pc:spChg chg="add mod">
          <ac:chgData name="Thiago Ney Evaristo Rodrigues" userId="fb50eefc1efb6381" providerId="LiveId" clId="{55D7238F-0C39-4C7B-9625-78947C5B06FF}" dt="2025-09-16T23:31:44.243" v="1527" actId="404"/>
          <ac:spMkLst>
            <pc:docMk/>
            <pc:sldMk cId="1906987426" sldId="294"/>
            <ac:spMk id="8" creationId="{00064E06-F24E-9DFF-AD5A-B4839CDA2881}"/>
          </ac:spMkLst>
        </pc:spChg>
        <pc:grpChg chg="add mod">
          <ac:chgData name="Thiago Ney Evaristo Rodrigues" userId="fb50eefc1efb6381" providerId="LiveId" clId="{55D7238F-0C39-4C7B-9625-78947C5B06FF}" dt="2025-09-16T23:31:49.788" v="1528" actId="12789"/>
          <ac:grpSpMkLst>
            <pc:docMk/>
            <pc:sldMk cId="1906987426" sldId="294"/>
            <ac:grpSpMk id="9" creationId="{FE88E9FF-BE6F-5E70-4BC3-2598867AB373}"/>
          </ac:grpSpMkLst>
        </pc:grpChg>
        <pc:picChg chg="add mod">
          <ac:chgData name="Thiago Ney Evaristo Rodrigues" userId="fb50eefc1efb6381" providerId="LiveId" clId="{55D7238F-0C39-4C7B-9625-78947C5B06FF}" dt="2025-09-15T20:27:50.172" v="994" actId="164"/>
          <ac:picMkLst>
            <pc:docMk/>
            <pc:sldMk cId="1906987426" sldId="294"/>
            <ac:picMk id="6" creationId="{DC35C092-89E5-E473-38CF-34B72090C9C5}"/>
          </ac:picMkLst>
        </pc:picChg>
      </pc:sldChg>
      <pc:sldChg chg="addSp delSp modSp add mod">
        <pc:chgData name="Thiago Ney Evaristo Rodrigues" userId="fb50eefc1efb6381" providerId="LiveId" clId="{55D7238F-0C39-4C7B-9625-78947C5B06FF}" dt="2025-09-16T23:31:39.177" v="1526" actId="12789"/>
        <pc:sldMkLst>
          <pc:docMk/>
          <pc:sldMk cId="2275844577" sldId="295"/>
        </pc:sldMkLst>
        <pc:spChg chg="mod">
          <ac:chgData name="Thiago Ney Evaristo Rodrigues" userId="fb50eefc1efb6381" providerId="LiveId" clId="{55D7238F-0C39-4C7B-9625-78947C5B06FF}" dt="2025-09-16T23:31:39.177" v="1526" actId="12789"/>
          <ac:spMkLst>
            <pc:docMk/>
            <pc:sldMk cId="2275844577" sldId="295"/>
            <ac:spMk id="2" creationId="{53985F7A-3E59-012D-FC8B-99FBDA48AB33}"/>
          </ac:spMkLst>
        </pc:spChg>
        <pc:spChg chg="del">
          <ac:chgData name="Thiago Ney Evaristo Rodrigues" userId="fb50eefc1efb6381" providerId="LiveId" clId="{55D7238F-0C39-4C7B-9625-78947C5B06FF}" dt="2025-09-15T20:48:37.625" v="1045" actId="478"/>
          <ac:spMkLst>
            <pc:docMk/>
            <pc:sldMk cId="2275844577" sldId="295"/>
            <ac:spMk id="3" creationId="{73E8AC0A-7A52-CDC7-532F-2ADF38ED7702}"/>
          </ac:spMkLst>
        </pc:spChg>
        <pc:spChg chg="add mod">
          <ac:chgData name="Thiago Ney Evaristo Rodrigues" userId="fb50eefc1efb6381" providerId="LiveId" clId="{55D7238F-0C39-4C7B-9625-78947C5B06FF}" dt="2025-09-16T23:31:11.239" v="1520" actId="404"/>
          <ac:spMkLst>
            <pc:docMk/>
            <pc:sldMk cId="2275844577" sldId="295"/>
            <ac:spMk id="5" creationId="{95A4B142-6A06-FAFC-CCCB-5F1CF615CBF6}"/>
          </ac:spMkLst>
        </pc:spChg>
        <pc:spChg chg="add mod">
          <ac:chgData name="Thiago Ney Evaristo Rodrigues" userId="fb50eefc1efb6381" providerId="LiveId" clId="{55D7238F-0C39-4C7B-9625-78947C5B06FF}" dt="2025-09-16T23:31:08.278" v="1519" actId="404"/>
          <ac:spMkLst>
            <pc:docMk/>
            <pc:sldMk cId="2275844577" sldId="295"/>
            <ac:spMk id="6" creationId="{CD014940-B544-F14E-4CA3-0C62D9233F14}"/>
          </ac:spMkLst>
        </pc:spChg>
        <pc:spChg chg="add mod">
          <ac:chgData name="Thiago Ney Evaristo Rodrigues" userId="fb50eefc1efb6381" providerId="LiveId" clId="{55D7238F-0C39-4C7B-9625-78947C5B06FF}" dt="2025-09-15T20:55:44.361" v="1144" actId="164"/>
          <ac:spMkLst>
            <pc:docMk/>
            <pc:sldMk cId="2275844577" sldId="295"/>
            <ac:spMk id="8" creationId="{18B75730-A669-8803-603B-FB876CCC72AF}"/>
          </ac:spMkLst>
        </pc:spChg>
        <pc:grpChg chg="add mod">
          <ac:chgData name="Thiago Ney Evaristo Rodrigues" userId="fb50eefc1efb6381" providerId="LiveId" clId="{55D7238F-0C39-4C7B-9625-78947C5B06FF}" dt="2025-09-16T23:31:35.489" v="1525" actId="12789"/>
          <ac:grpSpMkLst>
            <pc:docMk/>
            <pc:sldMk cId="2275844577" sldId="295"/>
            <ac:grpSpMk id="15" creationId="{9947572A-4779-E7A3-AD2F-FA2E976013B8}"/>
          </ac:grpSpMkLst>
        </pc:grpChg>
        <pc:grpChg chg="add mod">
          <ac:chgData name="Thiago Ney Evaristo Rodrigues" userId="fb50eefc1efb6381" providerId="LiveId" clId="{55D7238F-0C39-4C7B-9625-78947C5B06FF}" dt="2025-09-16T23:31:39.177" v="1526" actId="12789"/>
          <ac:grpSpMkLst>
            <pc:docMk/>
            <pc:sldMk cId="2275844577" sldId="295"/>
            <ac:grpSpMk id="16" creationId="{0754C622-6850-5BC7-66C8-327E2277A3AB}"/>
          </ac:grpSpMkLst>
        </pc:grpChg>
        <pc:grpChg chg="add del mod">
          <ac:chgData name="Thiago Ney Evaristo Rodrigues" userId="fb50eefc1efb6381" providerId="LiveId" clId="{55D7238F-0C39-4C7B-9625-78947C5B06FF}" dt="2025-09-16T23:01:59.269" v="1180" actId="21"/>
          <ac:grpSpMkLst>
            <pc:docMk/>
            <pc:sldMk cId="2275844577" sldId="295"/>
            <ac:grpSpMk id="17" creationId="{61C46D42-1B05-E859-EB96-5FC872D874E7}"/>
          </ac:grpSpMkLst>
        </pc:grpChg>
        <pc:picChg chg="add mod">
          <ac:chgData name="Thiago Ney Evaristo Rodrigues" userId="fb50eefc1efb6381" providerId="LiveId" clId="{55D7238F-0C39-4C7B-9625-78947C5B06FF}" dt="2025-09-15T20:52:48.279" v="1110" actId="164"/>
          <ac:picMkLst>
            <pc:docMk/>
            <pc:sldMk cId="2275844577" sldId="295"/>
            <ac:picMk id="10" creationId="{687547E2-5F75-FA03-4458-E99209F3AFFC}"/>
          </ac:picMkLst>
        </pc:picChg>
        <pc:picChg chg="add mod">
          <ac:chgData name="Thiago Ney Evaristo Rodrigues" userId="fb50eefc1efb6381" providerId="LiveId" clId="{55D7238F-0C39-4C7B-9625-78947C5B06FF}" dt="2025-09-15T20:52:38.088" v="1108" actId="164"/>
          <ac:picMkLst>
            <pc:docMk/>
            <pc:sldMk cId="2275844577" sldId="295"/>
            <ac:picMk id="12" creationId="{FB5F6AD5-7C41-66F7-B7FE-CE93377A7A3F}"/>
          </ac:picMkLst>
        </pc:picChg>
        <pc:picChg chg="add mod">
          <ac:chgData name="Thiago Ney Evaristo Rodrigues" userId="fb50eefc1efb6381" providerId="LiveId" clId="{55D7238F-0C39-4C7B-9625-78947C5B06FF}" dt="2025-09-15T20:55:44.361" v="1144" actId="164"/>
          <ac:picMkLst>
            <pc:docMk/>
            <pc:sldMk cId="2275844577" sldId="295"/>
            <ac:picMk id="14" creationId="{E815B941-4823-3821-85D6-E5678BB565C5}"/>
          </ac:picMkLst>
        </pc:picChg>
      </pc:sldChg>
      <pc:sldChg chg="addSp delSp modSp del mod">
        <pc:chgData name="Thiago Ney Evaristo Rodrigues" userId="fb50eefc1efb6381" providerId="LiveId" clId="{55D7238F-0C39-4C7B-9625-78947C5B06FF}" dt="2025-09-15T17:41:51.222" v="173" actId="47"/>
        <pc:sldMkLst>
          <pc:docMk/>
          <pc:sldMk cId="4008161449" sldId="295"/>
        </pc:sldMkLst>
      </pc:sldChg>
      <pc:sldChg chg="add del">
        <pc:chgData name="Thiago Ney Evaristo Rodrigues" userId="fb50eefc1efb6381" providerId="LiveId" clId="{55D7238F-0C39-4C7B-9625-78947C5B06FF}" dt="2025-09-16T23:03:33.064" v="1225" actId="47"/>
        <pc:sldMkLst>
          <pc:docMk/>
          <pc:sldMk cId="202595371" sldId="296"/>
        </pc:sldMkLst>
      </pc:sldChg>
      <pc:sldChg chg="addSp delSp modSp add mod">
        <pc:chgData name="Thiago Ney Evaristo Rodrigues" userId="fb50eefc1efb6381" providerId="LiveId" clId="{55D7238F-0C39-4C7B-9625-78947C5B06FF}" dt="2025-09-16T23:35:04.898" v="1627" actId="12789"/>
        <pc:sldMkLst>
          <pc:docMk/>
          <pc:sldMk cId="272652811" sldId="296"/>
        </pc:sldMkLst>
        <pc:spChg chg="mod">
          <ac:chgData name="Thiago Ney Evaristo Rodrigues" userId="fb50eefc1efb6381" providerId="LiveId" clId="{55D7238F-0C39-4C7B-9625-78947C5B06FF}" dt="2025-09-16T23:35:04.898" v="1627" actId="12789"/>
          <ac:spMkLst>
            <pc:docMk/>
            <pc:sldMk cId="272652811" sldId="296"/>
            <ac:spMk id="2" creationId="{84392854-5392-C714-975A-82857B4BAFA0}"/>
          </ac:spMkLst>
        </pc:spChg>
        <pc:spChg chg="mod">
          <ac:chgData name="Thiago Ney Evaristo Rodrigues" userId="fb50eefc1efb6381" providerId="LiveId" clId="{55D7238F-0C39-4C7B-9625-78947C5B06FF}" dt="2025-09-16T23:35:01.391" v="1626" actId="164"/>
          <ac:spMkLst>
            <pc:docMk/>
            <pc:sldMk cId="272652811" sldId="296"/>
            <ac:spMk id="3" creationId="{CDF0112F-D985-6FB1-4380-FC25C17D4415}"/>
          </ac:spMkLst>
        </pc:spChg>
        <pc:spChg chg="del">
          <ac:chgData name="Thiago Ney Evaristo Rodrigues" userId="fb50eefc1efb6381" providerId="LiveId" clId="{55D7238F-0C39-4C7B-9625-78947C5B06FF}" dt="2025-09-16T23:27:24.938" v="1423" actId="478"/>
          <ac:spMkLst>
            <pc:docMk/>
            <pc:sldMk cId="272652811" sldId="296"/>
            <ac:spMk id="5" creationId="{21BB4815-017B-51A1-A4F4-3D0C5301A421}"/>
          </ac:spMkLst>
        </pc:spChg>
        <pc:spChg chg="add mod">
          <ac:chgData name="Thiago Ney Evaristo Rodrigues" userId="fb50eefc1efb6381" providerId="LiveId" clId="{55D7238F-0C39-4C7B-9625-78947C5B06FF}" dt="2025-09-16T23:34:49.211" v="1596" actId="12789"/>
          <ac:spMkLst>
            <pc:docMk/>
            <pc:sldMk cId="272652811" sldId="296"/>
            <ac:spMk id="9" creationId="{35A631F3-4F85-0E0A-4D3D-290871C1CC5B}"/>
          </ac:spMkLst>
        </pc:spChg>
        <pc:grpChg chg="add mod">
          <ac:chgData name="Thiago Ney Evaristo Rodrigues" userId="fb50eefc1efb6381" providerId="LiveId" clId="{55D7238F-0C39-4C7B-9625-78947C5B06FF}" dt="2025-09-16T23:35:01.391" v="1626" actId="164"/>
          <ac:grpSpMkLst>
            <pc:docMk/>
            <pc:sldMk cId="272652811" sldId="296"/>
            <ac:grpSpMk id="10" creationId="{C1284A81-F8B0-7F21-A8CE-30B6109AE78D}"/>
          </ac:grpSpMkLst>
        </pc:grpChg>
        <pc:grpChg chg="add mod">
          <ac:chgData name="Thiago Ney Evaristo Rodrigues" userId="fb50eefc1efb6381" providerId="LiveId" clId="{55D7238F-0C39-4C7B-9625-78947C5B06FF}" dt="2025-09-16T23:35:04.898" v="1627" actId="12789"/>
          <ac:grpSpMkLst>
            <pc:docMk/>
            <pc:sldMk cId="272652811" sldId="296"/>
            <ac:grpSpMk id="11" creationId="{34162CB7-3938-01B5-06E9-DC55911AFCC7}"/>
          </ac:grpSpMkLst>
        </pc:grpChg>
        <pc:picChg chg="add mod">
          <ac:chgData name="Thiago Ney Evaristo Rodrigues" userId="fb50eefc1efb6381" providerId="LiveId" clId="{55D7238F-0C39-4C7B-9625-78947C5B06FF}" dt="2025-09-16T23:34:49.211" v="1596" actId="12789"/>
          <ac:picMkLst>
            <pc:docMk/>
            <pc:sldMk cId="272652811" sldId="296"/>
            <ac:picMk id="8" creationId="{2176F0CC-A0F8-ADC8-4970-16B5F26C7B32}"/>
          </ac:picMkLst>
        </pc:picChg>
      </pc:sldChg>
      <pc:sldChg chg="del">
        <pc:chgData name="Thiago Ney Evaristo Rodrigues" userId="fb50eefc1efb6381" providerId="LiveId" clId="{55D7238F-0C39-4C7B-9625-78947C5B06FF}" dt="2025-09-15T17:41:51.419" v="180" actId="47"/>
        <pc:sldMkLst>
          <pc:docMk/>
          <pc:sldMk cId="1466667699" sldId="296"/>
        </pc:sldMkLst>
      </pc:sldChg>
      <pc:sldChg chg="addSp delSp modSp add mod">
        <pc:chgData name="Thiago Ney Evaristo Rodrigues" userId="fb50eefc1efb6381" providerId="LiveId" clId="{55D7238F-0C39-4C7B-9625-78947C5B06FF}" dt="2025-09-16T23:38:46.341" v="1704" actId="12788"/>
        <pc:sldMkLst>
          <pc:docMk/>
          <pc:sldMk cId="1541693615" sldId="297"/>
        </pc:sldMkLst>
        <pc:spChg chg="del mod topLvl">
          <ac:chgData name="Thiago Ney Evaristo Rodrigues" userId="fb50eefc1efb6381" providerId="LiveId" clId="{55D7238F-0C39-4C7B-9625-78947C5B06FF}" dt="2025-09-16T23:35:18.818" v="1630" actId="478"/>
          <ac:spMkLst>
            <pc:docMk/>
            <pc:sldMk cId="1541693615" sldId="297"/>
            <ac:spMk id="3" creationId="{20F1168F-2F3D-8413-6B71-9F0C7C5C721B}"/>
          </ac:spMkLst>
        </pc:spChg>
        <pc:spChg chg="mod topLvl">
          <ac:chgData name="Thiago Ney Evaristo Rodrigues" userId="fb50eefc1efb6381" providerId="LiveId" clId="{55D7238F-0C39-4C7B-9625-78947C5B06FF}" dt="2025-09-16T23:37:54.609" v="1684" actId="164"/>
          <ac:spMkLst>
            <pc:docMk/>
            <pc:sldMk cId="1541693615" sldId="297"/>
            <ac:spMk id="9" creationId="{EDEBD98E-28C2-B915-F1E0-F29348834226}"/>
          </ac:spMkLst>
        </pc:spChg>
        <pc:spChg chg="add mod">
          <ac:chgData name="Thiago Ney Evaristo Rodrigues" userId="fb50eefc1efb6381" providerId="LiveId" clId="{55D7238F-0C39-4C7B-9625-78947C5B06FF}" dt="2025-09-16T23:38:44.835" v="1703" actId="164"/>
          <ac:spMkLst>
            <pc:docMk/>
            <pc:sldMk cId="1541693615" sldId="297"/>
            <ac:spMk id="14" creationId="{1D1FE3C7-1ACA-E80D-98AF-A933FB854046}"/>
          </ac:spMkLst>
        </pc:spChg>
        <pc:grpChg chg="del mod topLvl">
          <ac:chgData name="Thiago Ney Evaristo Rodrigues" userId="fb50eefc1efb6381" providerId="LiveId" clId="{55D7238F-0C39-4C7B-9625-78947C5B06FF}" dt="2025-09-16T23:35:21.343" v="1631" actId="165"/>
          <ac:grpSpMkLst>
            <pc:docMk/>
            <pc:sldMk cId="1541693615" sldId="297"/>
            <ac:grpSpMk id="10" creationId="{A856BD29-BE9B-99E1-B862-DEC4F050E489}"/>
          </ac:grpSpMkLst>
        </pc:grpChg>
        <pc:grpChg chg="del">
          <ac:chgData name="Thiago Ney Evaristo Rodrigues" userId="fb50eefc1efb6381" providerId="LiveId" clId="{55D7238F-0C39-4C7B-9625-78947C5B06FF}" dt="2025-09-16T23:35:14.745" v="1629" actId="165"/>
          <ac:grpSpMkLst>
            <pc:docMk/>
            <pc:sldMk cId="1541693615" sldId="297"/>
            <ac:grpSpMk id="11" creationId="{93025BDE-B490-5A3B-D4C0-4B9A95C67499}"/>
          </ac:grpSpMkLst>
        </pc:grpChg>
        <pc:grpChg chg="add mod">
          <ac:chgData name="Thiago Ney Evaristo Rodrigues" userId="fb50eefc1efb6381" providerId="LiveId" clId="{55D7238F-0C39-4C7B-9625-78947C5B06FF}" dt="2025-09-16T23:37:54.609" v="1684" actId="164"/>
          <ac:grpSpMkLst>
            <pc:docMk/>
            <pc:sldMk cId="1541693615" sldId="297"/>
            <ac:grpSpMk id="15" creationId="{11AFA9F4-958B-CDB0-CB28-AF893F677467}"/>
          </ac:grpSpMkLst>
        </pc:grpChg>
        <pc:grpChg chg="add mod">
          <ac:chgData name="Thiago Ney Evaristo Rodrigues" userId="fb50eefc1efb6381" providerId="LiveId" clId="{55D7238F-0C39-4C7B-9625-78947C5B06FF}" dt="2025-09-16T23:38:46.341" v="1704" actId="12788"/>
          <ac:grpSpMkLst>
            <pc:docMk/>
            <pc:sldMk cId="1541693615" sldId="297"/>
            <ac:grpSpMk id="16" creationId="{9AD425D7-F144-5581-C0C5-387E613C1B88}"/>
          </ac:grpSpMkLst>
        </pc:grpChg>
        <pc:picChg chg="add mod">
          <ac:chgData name="Thiago Ney Evaristo Rodrigues" userId="fb50eefc1efb6381" providerId="LiveId" clId="{55D7238F-0C39-4C7B-9625-78947C5B06FF}" dt="2025-09-16T23:37:54.609" v="1684" actId="164"/>
          <ac:picMkLst>
            <pc:docMk/>
            <pc:sldMk cId="1541693615" sldId="297"/>
            <ac:picMk id="6" creationId="{78BE7290-153D-E454-0DB4-9F434F06F153}"/>
          </ac:picMkLst>
        </pc:picChg>
        <pc:picChg chg="del mod topLvl">
          <ac:chgData name="Thiago Ney Evaristo Rodrigues" userId="fb50eefc1efb6381" providerId="LiveId" clId="{55D7238F-0C39-4C7B-9625-78947C5B06FF}" dt="2025-09-16T23:35:22.828" v="1632" actId="478"/>
          <ac:picMkLst>
            <pc:docMk/>
            <pc:sldMk cId="1541693615" sldId="297"/>
            <ac:picMk id="8" creationId="{C148F5B8-0607-A627-9946-872EE4E00C77}"/>
          </ac:picMkLst>
        </pc:picChg>
        <pc:picChg chg="add mod">
          <ac:chgData name="Thiago Ney Evaristo Rodrigues" userId="fb50eefc1efb6381" providerId="LiveId" clId="{55D7238F-0C39-4C7B-9625-78947C5B06FF}" dt="2025-09-16T23:38:44.835" v="1703" actId="164"/>
          <ac:picMkLst>
            <pc:docMk/>
            <pc:sldMk cId="1541693615" sldId="297"/>
            <ac:picMk id="13" creationId="{935B41D8-73AB-DD8D-CBFF-D21FE53F6A3F}"/>
          </ac:picMkLst>
        </pc:picChg>
      </pc:sldChg>
      <pc:sldChg chg="del">
        <pc:chgData name="Thiago Ney Evaristo Rodrigues" userId="fb50eefc1efb6381" providerId="LiveId" clId="{55D7238F-0C39-4C7B-9625-78947C5B06FF}" dt="2025-09-15T17:41:52.190" v="182" actId="47"/>
        <pc:sldMkLst>
          <pc:docMk/>
          <pc:sldMk cId="3711730461" sldId="297"/>
        </pc:sldMkLst>
      </pc:sldChg>
      <pc:sldChg chg="addSp delSp modSp add mod">
        <pc:chgData name="Thiago Ney Evaristo Rodrigues" userId="fb50eefc1efb6381" providerId="LiveId" clId="{55D7238F-0C39-4C7B-9625-78947C5B06FF}" dt="2025-09-16T23:54:33.868" v="1844" actId="12789"/>
        <pc:sldMkLst>
          <pc:docMk/>
          <pc:sldMk cId="4229038462" sldId="298"/>
        </pc:sldMkLst>
        <pc:spChg chg="mod">
          <ac:chgData name="Thiago Ney Evaristo Rodrigues" userId="fb50eefc1efb6381" providerId="LiveId" clId="{55D7238F-0C39-4C7B-9625-78947C5B06FF}" dt="2025-09-16T23:54:33.868" v="1844" actId="12789"/>
          <ac:spMkLst>
            <pc:docMk/>
            <pc:sldMk cId="4229038462" sldId="298"/>
            <ac:spMk id="2" creationId="{6E8F64DF-05C5-D68C-EDAF-008700E8AB51}"/>
          </ac:spMkLst>
        </pc:spChg>
        <pc:spChg chg="del">
          <ac:chgData name="Thiago Ney Evaristo Rodrigues" userId="fb50eefc1efb6381" providerId="LiveId" clId="{55D7238F-0C39-4C7B-9625-78947C5B06FF}" dt="2025-09-16T23:52:27.379" v="1769" actId="478"/>
          <ac:spMkLst>
            <pc:docMk/>
            <pc:sldMk cId="4229038462" sldId="298"/>
            <ac:spMk id="3" creationId="{F86C3D6F-A263-2D03-6033-BB2925127A92}"/>
          </ac:spMkLst>
        </pc:spChg>
        <pc:spChg chg="add mod">
          <ac:chgData name="Thiago Ney Evaristo Rodrigues" userId="fb50eefc1efb6381" providerId="LiveId" clId="{55D7238F-0C39-4C7B-9625-78947C5B06FF}" dt="2025-09-16T23:54:28.662" v="1842" actId="164"/>
          <ac:spMkLst>
            <pc:docMk/>
            <pc:sldMk cId="4229038462" sldId="298"/>
            <ac:spMk id="8" creationId="{37374116-56A6-7EE4-07C9-6DB33A17E7FF}"/>
          </ac:spMkLst>
        </pc:spChg>
        <pc:grpChg chg="add mod">
          <ac:chgData name="Thiago Ney Evaristo Rodrigues" userId="fb50eefc1efb6381" providerId="LiveId" clId="{55D7238F-0C39-4C7B-9625-78947C5B06FF}" dt="2025-09-16T23:54:33.868" v="1844" actId="12789"/>
          <ac:grpSpMkLst>
            <pc:docMk/>
            <pc:sldMk cId="4229038462" sldId="298"/>
            <ac:grpSpMk id="9" creationId="{9DD17F6F-E31C-33A1-2C3F-20DB6A89B24A}"/>
          </ac:grpSpMkLst>
        </pc:grpChg>
        <pc:picChg chg="add mod">
          <ac:chgData name="Thiago Ney Evaristo Rodrigues" userId="fb50eefc1efb6381" providerId="LiveId" clId="{55D7238F-0C39-4C7B-9625-78947C5B06FF}" dt="2025-09-16T23:54:28.662" v="1842" actId="164"/>
          <ac:picMkLst>
            <pc:docMk/>
            <pc:sldMk cId="4229038462" sldId="298"/>
            <ac:picMk id="6" creationId="{F9B0A699-AA5A-60FE-F5C2-A667AB061D85}"/>
          </ac:picMkLst>
        </pc:picChg>
      </pc:sldChg>
      <pc:sldChg chg="addSp delSp modSp add mod">
        <pc:chgData name="Thiago Ney Evaristo Rodrigues" userId="fb50eefc1efb6381" providerId="LiveId" clId="{55D7238F-0C39-4C7B-9625-78947C5B06FF}" dt="2025-09-16T23:58:06.518" v="1879" actId="20577"/>
        <pc:sldMkLst>
          <pc:docMk/>
          <pc:sldMk cId="1018585091" sldId="299"/>
        </pc:sldMkLst>
        <pc:spChg chg="mod">
          <ac:chgData name="Thiago Ney Evaristo Rodrigues" userId="fb50eefc1efb6381" providerId="LiveId" clId="{55D7238F-0C39-4C7B-9625-78947C5B06FF}" dt="2025-09-16T23:57:40.327" v="1872" actId="12789"/>
          <ac:spMkLst>
            <pc:docMk/>
            <pc:sldMk cId="1018585091" sldId="299"/>
            <ac:spMk id="2" creationId="{5FCD8950-133D-4F48-52C9-162A098EF485}"/>
          </ac:spMkLst>
        </pc:spChg>
        <pc:spChg chg="del">
          <ac:chgData name="Thiago Ney Evaristo Rodrigues" userId="fb50eefc1efb6381" providerId="LiveId" clId="{55D7238F-0C39-4C7B-9625-78947C5B06FF}" dt="2025-09-16T23:55:48.182" v="1846" actId="478"/>
          <ac:spMkLst>
            <pc:docMk/>
            <pc:sldMk cId="1018585091" sldId="299"/>
            <ac:spMk id="3" creationId="{170FA376-DFEB-1EFF-2B1F-82F0BA6A18DF}"/>
          </ac:spMkLst>
        </pc:spChg>
        <pc:spChg chg="del">
          <ac:chgData name="Thiago Ney Evaristo Rodrigues" userId="fb50eefc1efb6381" providerId="LiveId" clId="{55D7238F-0C39-4C7B-9625-78947C5B06FF}" dt="2025-09-16T23:56:15.192" v="1855" actId="478"/>
          <ac:spMkLst>
            <pc:docMk/>
            <pc:sldMk cId="1018585091" sldId="299"/>
            <ac:spMk id="5" creationId="{0710C2DD-06B4-B981-E1BF-948E9A654EE3}"/>
          </ac:spMkLst>
        </pc:spChg>
        <pc:spChg chg="add mod topLvl">
          <ac:chgData name="Thiago Ney Evaristo Rodrigues" userId="fb50eefc1efb6381" providerId="LiveId" clId="{55D7238F-0C39-4C7B-9625-78947C5B06FF}" dt="2025-09-16T23:58:06.518" v="1879" actId="20577"/>
          <ac:spMkLst>
            <pc:docMk/>
            <pc:sldMk cId="1018585091" sldId="299"/>
            <ac:spMk id="9" creationId="{6D3BFEFD-2D0C-36D6-9411-66F185F233D0}"/>
          </ac:spMkLst>
        </pc:spChg>
        <pc:grpChg chg="add del mod">
          <ac:chgData name="Thiago Ney Evaristo Rodrigues" userId="fb50eefc1efb6381" providerId="LiveId" clId="{55D7238F-0C39-4C7B-9625-78947C5B06FF}" dt="2025-09-16T23:57:28.667" v="1869" actId="165"/>
          <ac:grpSpMkLst>
            <pc:docMk/>
            <pc:sldMk cId="1018585091" sldId="299"/>
            <ac:grpSpMk id="10" creationId="{10365E26-4E13-3730-D8E1-A5C318EE8A66}"/>
          </ac:grpSpMkLst>
        </pc:grpChg>
        <pc:grpChg chg="add mod">
          <ac:chgData name="Thiago Ney Evaristo Rodrigues" userId="fb50eefc1efb6381" providerId="LiveId" clId="{55D7238F-0C39-4C7B-9625-78947C5B06FF}" dt="2025-09-16T23:57:45.229" v="1873" actId="12788"/>
          <ac:grpSpMkLst>
            <pc:docMk/>
            <pc:sldMk cId="1018585091" sldId="299"/>
            <ac:grpSpMk id="11" creationId="{304360F8-8512-4F85-1474-177CBE478901}"/>
          </ac:grpSpMkLst>
        </pc:grpChg>
        <pc:picChg chg="add mod topLvl">
          <ac:chgData name="Thiago Ney Evaristo Rodrigues" userId="fb50eefc1efb6381" providerId="LiveId" clId="{55D7238F-0C39-4C7B-9625-78947C5B06FF}" dt="2025-09-16T23:57:37.247" v="1871" actId="164"/>
          <ac:picMkLst>
            <pc:docMk/>
            <pc:sldMk cId="1018585091" sldId="299"/>
            <ac:picMk id="8" creationId="{792A0E51-965C-C101-CBD2-9D9BFD6F8609}"/>
          </ac:picMkLst>
        </pc:picChg>
      </pc:sldChg>
      <pc:sldChg chg="del">
        <pc:chgData name="Thiago Ney Evaristo Rodrigues" userId="fb50eefc1efb6381" providerId="LiveId" clId="{55D7238F-0C39-4C7B-9625-78947C5B06FF}" dt="2025-09-15T17:41:52.468" v="183" actId="47"/>
        <pc:sldMkLst>
          <pc:docMk/>
          <pc:sldMk cId="427861737" sldId="300"/>
        </pc:sldMkLst>
      </pc:sldChg>
      <pc:sldChg chg="delSp modSp add mod">
        <pc:chgData name="Thiago Ney Evaristo Rodrigues" userId="fb50eefc1efb6381" providerId="LiveId" clId="{55D7238F-0C39-4C7B-9625-78947C5B06FF}" dt="2025-09-17T00:03:24.788" v="1933" actId="12789"/>
        <pc:sldMkLst>
          <pc:docMk/>
          <pc:sldMk cId="1419189118" sldId="300"/>
        </pc:sldMkLst>
        <pc:spChg chg="mod">
          <ac:chgData name="Thiago Ney Evaristo Rodrigues" userId="fb50eefc1efb6381" providerId="LiveId" clId="{55D7238F-0C39-4C7B-9625-78947C5B06FF}" dt="2025-09-17T00:03:24.788" v="1933" actId="12789"/>
          <ac:spMkLst>
            <pc:docMk/>
            <pc:sldMk cId="1419189118" sldId="300"/>
            <ac:spMk id="2" creationId="{E93818E3-426A-036E-A320-194F0DF61072}"/>
          </ac:spMkLst>
        </pc:spChg>
        <pc:spChg chg="mod">
          <ac:chgData name="Thiago Ney Evaristo Rodrigues" userId="fb50eefc1efb6381" providerId="LiveId" clId="{55D7238F-0C39-4C7B-9625-78947C5B06FF}" dt="2025-09-17T00:03:24.788" v="1933" actId="12789"/>
          <ac:spMkLst>
            <pc:docMk/>
            <pc:sldMk cId="1419189118" sldId="300"/>
            <ac:spMk id="3" creationId="{BC988B03-0C5B-6EBD-8356-2171E2312804}"/>
          </ac:spMkLst>
        </pc:spChg>
        <pc:spChg chg="del">
          <ac:chgData name="Thiago Ney Evaristo Rodrigues" userId="fb50eefc1efb6381" providerId="LiveId" clId="{55D7238F-0C39-4C7B-9625-78947C5B06FF}" dt="2025-09-17T00:02:32.813" v="1919" actId="478"/>
          <ac:spMkLst>
            <pc:docMk/>
            <pc:sldMk cId="1419189118" sldId="300"/>
            <ac:spMk id="5" creationId="{F3A13576-4ACB-48EA-1C14-3068C93F3AA0}"/>
          </ac:spMkLst>
        </pc:spChg>
        <pc:spChg chg="mod">
          <ac:chgData name="Thiago Ney Evaristo Rodrigues" userId="fb50eefc1efb6381" providerId="LiveId" clId="{55D7238F-0C39-4C7B-9625-78947C5B06FF}" dt="2025-09-17T00:01:55.088" v="1913" actId="20577"/>
          <ac:spMkLst>
            <pc:docMk/>
            <pc:sldMk cId="1419189118" sldId="300"/>
            <ac:spMk id="7" creationId="{8523068A-3BE1-AD1F-AD4A-E098F0DB81D5}"/>
          </ac:spMkLst>
        </pc:spChg>
      </pc:sldChg>
      <pc:sldChg chg="modSp del mod">
        <pc:chgData name="Thiago Ney Evaristo Rodrigues" userId="fb50eefc1efb6381" providerId="LiveId" clId="{55D7238F-0C39-4C7B-9625-78947C5B06FF}" dt="2025-09-15T17:41:52.648" v="184" actId="47"/>
        <pc:sldMkLst>
          <pc:docMk/>
          <pc:sldMk cId="3894030115" sldId="301"/>
        </pc:sldMkLst>
      </pc:sldChg>
      <pc:sldChg chg="del">
        <pc:chgData name="Thiago Ney Evaristo Rodrigues" userId="fb50eefc1efb6381" providerId="LiveId" clId="{55D7238F-0C39-4C7B-9625-78947C5B06FF}" dt="2025-09-15T17:41:52.854" v="185" actId="47"/>
        <pc:sldMkLst>
          <pc:docMk/>
          <pc:sldMk cId="1938264067" sldId="302"/>
        </pc:sldMkLst>
      </pc:sldChg>
      <pc:sldChg chg="del">
        <pc:chgData name="Thiago Ney Evaristo Rodrigues" userId="fb50eefc1efb6381" providerId="LiveId" clId="{55D7238F-0C39-4C7B-9625-78947C5B06FF}" dt="2025-09-15T17:41:53.207" v="186" actId="47"/>
        <pc:sldMkLst>
          <pc:docMk/>
          <pc:sldMk cId="2068528799" sldId="305"/>
        </pc:sldMkLst>
      </pc:sldChg>
      <pc:sldChg chg="del">
        <pc:chgData name="Thiago Ney Evaristo Rodrigues" userId="fb50eefc1efb6381" providerId="LiveId" clId="{55D7238F-0C39-4C7B-9625-78947C5B06FF}" dt="2025-09-15T17:41:51.263" v="175" actId="47"/>
        <pc:sldMkLst>
          <pc:docMk/>
          <pc:sldMk cId="1455303379" sldId="306"/>
        </pc:sldMkLst>
      </pc:sldChg>
      <pc:sldChg chg="modSp del mod">
        <pc:chgData name="Thiago Ney Evaristo Rodrigues" userId="fb50eefc1efb6381" providerId="LiveId" clId="{55D7238F-0C39-4C7B-9625-78947C5B06FF}" dt="2025-09-15T17:41:51.289" v="176" actId="47"/>
        <pc:sldMkLst>
          <pc:docMk/>
          <pc:sldMk cId="4128823105" sldId="307"/>
        </pc:sldMkLst>
      </pc:sldChg>
      <pc:sldChg chg="del">
        <pc:chgData name="Thiago Ney Evaristo Rodrigues" userId="fb50eefc1efb6381" providerId="LiveId" clId="{55D7238F-0C39-4C7B-9625-78947C5B06FF}" dt="2025-09-15T17:41:51.354" v="178" actId="47"/>
        <pc:sldMkLst>
          <pc:docMk/>
          <pc:sldMk cId="1299049715" sldId="308"/>
        </pc:sldMkLst>
      </pc:sldChg>
      <pc:sldChg chg="del">
        <pc:chgData name="Thiago Ney Evaristo Rodrigues" userId="fb50eefc1efb6381" providerId="LiveId" clId="{55D7238F-0C39-4C7B-9625-78947C5B06FF}" dt="2025-09-15T17:41:53.986" v="188" actId="47"/>
        <pc:sldMkLst>
          <pc:docMk/>
          <pc:sldMk cId="720000608" sldId="309"/>
        </pc:sldMkLst>
      </pc:sldChg>
      <pc:sldChg chg="del">
        <pc:chgData name="Thiago Ney Evaristo Rodrigues" userId="fb50eefc1efb6381" providerId="LiveId" clId="{55D7238F-0C39-4C7B-9625-78947C5B06FF}" dt="2025-09-15T17:41:54.260" v="189" actId="47"/>
        <pc:sldMkLst>
          <pc:docMk/>
          <pc:sldMk cId="93527627" sldId="310"/>
        </pc:sldMkLst>
      </pc:sldChg>
      <pc:sldChg chg="del">
        <pc:chgData name="Thiago Ney Evaristo Rodrigues" userId="fb50eefc1efb6381" providerId="LiveId" clId="{55D7238F-0C39-4C7B-9625-78947C5B06FF}" dt="2025-09-15T17:41:54.919" v="190" actId="47"/>
        <pc:sldMkLst>
          <pc:docMk/>
          <pc:sldMk cId="197823138" sldId="311"/>
        </pc:sldMkLst>
      </pc:sldChg>
      <pc:sldChg chg="modSp del">
        <pc:chgData name="Thiago Ney Evaristo Rodrigues" userId="fb50eefc1efb6381" providerId="LiveId" clId="{55D7238F-0C39-4C7B-9625-78947C5B06FF}" dt="2025-09-15T17:41:51.318" v="177" actId="47"/>
        <pc:sldMkLst>
          <pc:docMk/>
          <pc:sldMk cId="2125416589" sldId="312"/>
        </pc:sldMkLst>
      </pc:sldChg>
      <pc:sldChg chg="del">
        <pc:chgData name="Thiago Ney Evaristo Rodrigues" userId="fb50eefc1efb6381" providerId="LiveId" clId="{55D7238F-0C39-4C7B-9625-78947C5B06FF}" dt="2025-09-15T17:41:51.388" v="179" actId="47"/>
        <pc:sldMkLst>
          <pc:docMk/>
          <pc:sldMk cId="3339640022" sldId="313"/>
        </pc:sldMkLst>
      </pc:sldChg>
    </pc:docChg>
  </pc:docChgLst>
  <pc:docChgLst>
    <pc:chgData name="Thiago Ney Evaristo Rodrigues" userId="fb50eefc1efb6381" providerId="LiveId" clId="{CDB8E314-E490-485E-BFDC-E1775CB67CF5}"/>
    <pc:docChg chg="undo redo custSel addSld delSld modSld sldOrd">
      <pc:chgData name="Thiago Ney Evaristo Rodrigues" userId="fb50eefc1efb6381" providerId="LiveId" clId="{CDB8E314-E490-485E-BFDC-E1775CB67CF5}" dt="2025-08-19T23:05:37.440" v="3243"/>
      <pc:docMkLst>
        <pc:docMk/>
      </pc:docMkLst>
      <pc:sldChg chg="del">
        <pc:chgData name="Thiago Ney Evaristo Rodrigues" userId="fb50eefc1efb6381" providerId="LiveId" clId="{CDB8E314-E490-485E-BFDC-E1775CB67CF5}" dt="2025-08-19T03:26:24.436" v="0" actId="47"/>
        <pc:sldMkLst>
          <pc:docMk/>
          <pc:sldMk cId="3536410419" sldId="264"/>
        </pc:sldMkLst>
      </pc:sldChg>
      <pc:sldChg chg="del">
        <pc:chgData name="Thiago Ney Evaristo Rodrigues" userId="fb50eefc1efb6381" providerId="LiveId" clId="{CDB8E314-E490-485E-BFDC-E1775CB67CF5}" dt="2025-08-19T03:26:24.654" v="1" actId="47"/>
        <pc:sldMkLst>
          <pc:docMk/>
          <pc:sldMk cId="280983118" sldId="265"/>
        </pc:sldMkLst>
      </pc:sldChg>
      <pc:sldChg chg="del">
        <pc:chgData name="Thiago Ney Evaristo Rodrigues" userId="fb50eefc1efb6381" providerId="LiveId" clId="{CDB8E314-E490-485E-BFDC-E1775CB67CF5}" dt="2025-08-19T03:26:24.871" v="2" actId="47"/>
        <pc:sldMkLst>
          <pc:docMk/>
          <pc:sldMk cId="3614048354" sldId="266"/>
        </pc:sldMkLst>
      </pc:sldChg>
      <pc:sldChg chg="del">
        <pc:chgData name="Thiago Ney Evaristo Rodrigues" userId="fb50eefc1efb6381" providerId="LiveId" clId="{CDB8E314-E490-485E-BFDC-E1775CB67CF5}" dt="2025-08-19T03:26:26.775" v="6" actId="47"/>
        <pc:sldMkLst>
          <pc:docMk/>
          <pc:sldMk cId="2936865589" sldId="267"/>
        </pc:sldMkLst>
      </pc:sldChg>
      <pc:sldChg chg="del">
        <pc:chgData name="Thiago Ney Evaristo Rodrigues" userId="fb50eefc1efb6381" providerId="LiveId" clId="{CDB8E314-E490-485E-BFDC-E1775CB67CF5}" dt="2025-08-19T03:26:27.664" v="8" actId="47"/>
        <pc:sldMkLst>
          <pc:docMk/>
          <pc:sldMk cId="872924692" sldId="268"/>
        </pc:sldMkLst>
      </pc:sldChg>
      <pc:sldChg chg="addSp delSp modSp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710463504" sldId="271"/>
        </pc:sldMkLst>
      </pc:sldChg>
      <pc:sldChg chg="addSp delSp modSp mod modTransition modShow">
        <pc:chgData name="Thiago Ney Evaristo Rodrigues" userId="fb50eefc1efb6381" providerId="LiveId" clId="{CDB8E314-E490-485E-BFDC-E1775CB67CF5}" dt="2025-08-19T23:05:37.440" v="3243"/>
        <pc:sldMkLst>
          <pc:docMk/>
          <pc:sldMk cId="1161736965" sldId="272"/>
        </pc:sldMkLst>
        <pc:spChg chg="mod">
          <ac:chgData name="Thiago Ney Evaristo Rodrigues" userId="fb50eefc1efb6381" providerId="LiveId" clId="{CDB8E314-E490-485E-BFDC-E1775CB67CF5}" dt="2025-08-19T04:06:32.569" v="551" actId="20577"/>
          <ac:spMkLst>
            <pc:docMk/>
            <pc:sldMk cId="1161736965" sldId="272"/>
            <ac:spMk id="2" creationId="{BBBC1C3D-C618-7C9D-E408-52E73CDCC102}"/>
          </ac:spMkLst>
        </pc:spChg>
        <pc:spChg chg="mod">
          <ac:chgData name="Thiago Ney Evaristo Rodrigues" userId="fb50eefc1efb6381" providerId="LiveId" clId="{CDB8E314-E490-485E-BFDC-E1775CB67CF5}" dt="2025-08-19T03:58:24.651" v="457" actId="6549"/>
          <ac:spMkLst>
            <pc:docMk/>
            <pc:sldMk cId="1161736965" sldId="272"/>
            <ac:spMk id="3" creationId="{0602F417-C2BA-82D2-A79A-BEAE1A782593}"/>
          </ac:spMkLst>
        </pc:spChg>
        <pc:spChg chg="mod ord">
          <ac:chgData name="Thiago Ney Evaristo Rodrigues" userId="fb50eefc1efb6381" providerId="LiveId" clId="{CDB8E314-E490-485E-BFDC-E1775CB67CF5}" dt="2025-08-19T04:06:55.108" v="558" actId="1076"/>
          <ac:spMkLst>
            <pc:docMk/>
            <pc:sldMk cId="1161736965" sldId="272"/>
            <ac:spMk id="10" creationId="{35B696B7-EAF9-43C8-FE97-AA60F7B69A41}"/>
          </ac:spMkLst>
        </pc:spChg>
        <pc:spChg chg="mod ord">
          <ac:chgData name="Thiago Ney Evaristo Rodrigues" userId="fb50eefc1efb6381" providerId="LiveId" clId="{CDB8E314-E490-485E-BFDC-E1775CB67CF5}" dt="2025-08-19T04:06:54.405" v="556" actId="1076"/>
          <ac:spMkLst>
            <pc:docMk/>
            <pc:sldMk cId="1161736965" sldId="272"/>
            <ac:spMk id="11" creationId="{C3DA79A5-1B9B-1336-8CD9-3885DA32B84D}"/>
          </ac:spMkLst>
        </pc:spChg>
      </pc:sldChg>
      <pc:sldChg chg="addSp delSp modSp add del mod">
        <pc:chgData name="Thiago Ney Evaristo Rodrigues" userId="fb50eefc1efb6381" providerId="LiveId" clId="{CDB8E314-E490-485E-BFDC-E1775CB67CF5}" dt="2025-08-19T03:36:51.581" v="114" actId="47"/>
        <pc:sldMkLst>
          <pc:docMk/>
          <pc:sldMk cId="485279989" sldId="273"/>
        </pc:sldMkLst>
      </pc:sldChg>
      <pc:sldChg chg="delSp modSp add mod ord modTransition modShow">
        <pc:chgData name="Thiago Ney Evaristo Rodrigues" userId="fb50eefc1efb6381" providerId="LiveId" clId="{CDB8E314-E490-485E-BFDC-E1775CB67CF5}" dt="2025-08-19T23:05:37.440" v="3243"/>
        <pc:sldMkLst>
          <pc:docMk/>
          <pc:sldMk cId="1206574297" sldId="273"/>
        </pc:sldMkLst>
      </pc:sldChg>
      <pc:sldChg chg="add">
        <pc:chgData name="Thiago Ney Evaristo Rodrigues" userId="fb50eefc1efb6381" providerId="LiveId" clId="{CDB8E314-E490-485E-BFDC-E1775CB67CF5}" dt="2025-08-19T03:26:35.017" v="10" actId="2890"/>
        <pc:sldMkLst>
          <pc:docMk/>
          <pc:sldMk cId="1257190996" sldId="273"/>
        </pc:sldMkLst>
      </pc:sldChg>
      <pc:sldChg chg="del">
        <pc:chgData name="Thiago Ney Evaristo Rodrigues" userId="fb50eefc1efb6381" providerId="LiveId" clId="{CDB8E314-E490-485E-BFDC-E1775CB67CF5}" dt="2025-08-19T03:26:25.968" v="4" actId="47"/>
        <pc:sldMkLst>
          <pc:docMk/>
          <pc:sldMk cId="1618868839" sldId="273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384704189" sldId="274"/>
        </pc:sldMkLst>
      </pc:sldChg>
      <pc:sldChg chg="del">
        <pc:chgData name="Thiago Ney Evaristo Rodrigues" userId="fb50eefc1efb6381" providerId="LiveId" clId="{CDB8E314-E490-485E-BFDC-E1775CB67CF5}" dt="2025-08-19T03:26:25.468" v="3" actId="47"/>
        <pc:sldMkLst>
          <pc:docMk/>
          <pc:sldMk cId="3847462140" sldId="274"/>
        </pc:sldMkLst>
      </pc:sldChg>
      <pc:sldChg chg="del">
        <pc:chgData name="Thiago Ney Evaristo Rodrigues" userId="fb50eefc1efb6381" providerId="LiveId" clId="{CDB8E314-E490-485E-BFDC-E1775CB67CF5}" dt="2025-08-19T03:26:26.212" v="5" actId="47"/>
        <pc:sldMkLst>
          <pc:docMk/>
          <pc:sldMk cId="2318078833" sldId="275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554858252" sldId="275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462354445" sldId="276"/>
        </pc:sldMkLst>
      </pc:sldChg>
      <pc:sldChg chg="del">
        <pc:chgData name="Thiago Ney Evaristo Rodrigues" userId="fb50eefc1efb6381" providerId="LiveId" clId="{CDB8E314-E490-485E-BFDC-E1775CB67CF5}" dt="2025-08-19T03:26:28.144" v="9" actId="47"/>
        <pc:sldMkLst>
          <pc:docMk/>
          <pc:sldMk cId="4106440066" sldId="276"/>
        </pc:sldMkLst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1496372959" sldId="277"/>
        </pc:sldMkLst>
      </pc:sldChg>
      <pc:sldChg chg="del">
        <pc:chgData name="Thiago Ney Evaristo Rodrigues" userId="fb50eefc1efb6381" providerId="LiveId" clId="{CDB8E314-E490-485E-BFDC-E1775CB67CF5}" dt="2025-08-19T03:26:27.021" v="7" actId="47"/>
        <pc:sldMkLst>
          <pc:docMk/>
          <pc:sldMk cId="2120162573" sldId="277"/>
        </pc:sldMkLst>
      </pc:sldChg>
      <pc:sldChg chg="addSp delSp modSp del mod">
        <pc:chgData name="Thiago Ney Evaristo Rodrigues" userId="fb50eefc1efb6381" providerId="LiveId" clId="{CDB8E314-E490-485E-BFDC-E1775CB67CF5}" dt="2025-08-19T03:34:16.264" v="70" actId="47"/>
        <pc:sldMkLst>
          <pc:docMk/>
          <pc:sldMk cId="1257190996" sldId="278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544411512" sldId="278"/>
        </pc:sldMkLst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3228108186" sldId="279"/>
        </pc:sldMkLst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3445230944" sldId="280"/>
        </pc:sldMkLst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4029257523" sldId="281"/>
        </pc:sldMkLst>
      </pc:sldChg>
      <pc:sldChg chg="addSp delSp modSp add del mod">
        <pc:chgData name="Thiago Ney Evaristo Rodrigues" userId="fb50eefc1efb6381" providerId="LiveId" clId="{CDB8E314-E490-485E-BFDC-E1775CB67CF5}" dt="2025-08-19T22:25:21.993" v="2481" actId="47"/>
        <pc:sldMkLst>
          <pc:docMk/>
          <pc:sldMk cId="2982126972" sldId="282"/>
        </pc:sldMkLst>
      </pc:sldChg>
      <pc:sldChg chg="delSp add del mod">
        <pc:chgData name="Thiago Ney Evaristo Rodrigues" userId="fb50eefc1efb6381" providerId="LiveId" clId="{CDB8E314-E490-485E-BFDC-E1775CB67CF5}" dt="2025-08-19T22:32:08.828" v="2539" actId="47"/>
        <pc:sldMkLst>
          <pc:docMk/>
          <pc:sldMk cId="961217323" sldId="283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092909903" sldId="284"/>
        </pc:sldMkLst>
      </pc:sldChg>
      <pc:sldChg chg="addSp delSp modSp add mod ord modTransition">
        <pc:chgData name="Thiago Ney Evaristo Rodrigues" userId="fb50eefc1efb6381" providerId="LiveId" clId="{CDB8E314-E490-485E-BFDC-E1775CB67CF5}" dt="2025-08-19T23:05:37.440" v="3243"/>
        <pc:sldMkLst>
          <pc:docMk/>
          <pc:sldMk cId="4051431390" sldId="285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97038157" sldId="286"/>
        </pc:sldMkLst>
      </pc:sldChg>
      <pc:sldChg chg="addSp delSp modSp add del mod">
        <pc:chgData name="Thiago Ney Evaristo Rodrigues" userId="fb50eefc1efb6381" providerId="LiveId" clId="{CDB8E314-E490-485E-BFDC-E1775CB67CF5}" dt="2025-08-19T22:28:02.487" v="2538" actId="47"/>
        <pc:sldMkLst>
          <pc:docMk/>
          <pc:sldMk cId="996914907" sldId="287"/>
        </pc:sldMkLst>
      </pc:sldChg>
      <pc:sldChg chg="add del">
        <pc:chgData name="Thiago Ney Evaristo Rodrigues" userId="fb50eefc1efb6381" providerId="LiveId" clId="{CDB8E314-E490-485E-BFDC-E1775CB67CF5}" dt="2025-08-19T22:23:15.476" v="2391" actId="2890"/>
        <pc:sldMkLst>
          <pc:docMk/>
          <pc:sldMk cId="4043046262" sldId="287"/>
        </pc:sldMkLst>
      </pc:sldChg>
      <pc:sldChg chg="add del replId">
        <pc:chgData name="Thiago Ney Evaristo Rodrigues" userId="fb50eefc1efb6381" providerId="LiveId" clId="{CDB8E314-E490-485E-BFDC-E1775CB67CF5}" dt="2025-08-19T22:23:15.476" v="2391" actId="2890"/>
        <pc:sldMkLst>
          <pc:docMk/>
          <pc:sldMk cId="1991174193" sldId="288"/>
        </pc:sldMkLst>
      </pc:sldChg>
      <pc:sldChg chg="add del replId">
        <pc:chgData name="Thiago Ney Evaristo Rodrigues" userId="fb50eefc1efb6381" providerId="LiveId" clId="{CDB8E314-E490-485E-BFDC-E1775CB67CF5}" dt="2025-08-19T22:23:15.476" v="2391" actId="2890"/>
        <pc:sldMkLst>
          <pc:docMk/>
          <pc:sldMk cId="950194000" sldId="289"/>
        </pc:sldMkLst>
      </pc:sldChg>
    </pc:docChg>
  </pc:docChgLst>
  <pc:docChgLst>
    <pc:chgData name="Thiago Ney Evaristo Rodrigues" userId="fb50eefc1efb6381" providerId="Windows Live" clId="Web-{7ACC5FD9-364D-82F7-346C-F5AE636F9869}"/>
    <pc:docChg chg="addSld delSld modSld sldOrd">
      <pc:chgData name="Thiago Ney Evaristo Rodrigues" userId="fb50eefc1efb6381" providerId="Windows Live" clId="Web-{7ACC5FD9-364D-82F7-346C-F5AE636F9869}" dt="2025-08-18T19:12:50.707" v="875" actId="20577"/>
      <pc:docMkLst>
        <pc:docMk/>
      </pc:docMkLst>
      <pc:sldChg chg="modSp">
        <pc:chgData name="Thiago Ney Evaristo Rodrigues" userId="fb50eefc1efb6381" providerId="Windows Live" clId="Web-{7ACC5FD9-364D-82F7-346C-F5AE636F9869}" dt="2025-08-18T17:35:39.455" v="104"/>
        <pc:sldMkLst>
          <pc:docMk/>
          <pc:sldMk cId="3536410419" sldId="264"/>
        </pc:sldMkLst>
      </pc:sldChg>
      <pc:sldChg chg="addSp modSp">
        <pc:chgData name="Thiago Ney Evaristo Rodrigues" userId="fb50eefc1efb6381" providerId="Windows Live" clId="Web-{7ACC5FD9-364D-82F7-346C-F5AE636F9869}" dt="2025-08-18T17:54:56.144" v="340" actId="14100"/>
        <pc:sldMkLst>
          <pc:docMk/>
          <pc:sldMk cId="280983118" sldId="265"/>
        </pc:sldMkLst>
      </pc:sldChg>
      <pc:sldChg chg="addSp modSp">
        <pc:chgData name="Thiago Ney Evaristo Rodrigues" userId="fb50eefc1efb6381" providerId="Windows Live" clId="Web-{7ACC5FD9-364D-82F7-346C-F5AE636F9869}" dt="2025-08-18T18:00:47.659" v="379" actId="20577"/>
        <pc:sldMkLst>
          <pc:docMk/>
          <pc:sldMk cId="3614048354" sldId="266"/>
        </pc:sldMkLst>
      </pc:sldChg>
      <pc:sldChg chg="addSp delSp modSp">
        <pc:chgData name="Thiago Ney Evaristo Rodrigues" userId="fb50eefc1efb6381" providerId="Windows Live" clId="Web-{7ACC5FD9-364D-82F7-346C-F5AE636F9869}" dt="2025-08-18T18:54:12.957" v="766" actId="20577"/>
        <pc:sldMkLst>
          <pc:docMk/>
          <pc:sldMk cId="2936865589" sldId="267"/>
        </pc:sldMkLst>
      </pc:sldChg>
      <pc:sldChg chg="addSp delSp modSp">
        <pc:chgData name="Thiago Ney Evaristo Rodrigues" userId="fb50eefc1efb6381" providerId="Windows Live" clId="Web-{7ACC5FD9-364D-82F7-346C-F5AE636F9869}" dt="2025-08-18T19:12:50.707" v="875" actId="20577"/>
        <pc:sldMkLst>
          <pc:docMk/>
          <pc:sldMk cId="872924692" sldId="268"/>
        </pc:sldMkLst>
      </pc:sldChg>
      <pc:sldChg chg="delSp modSp add replId">
        <pc:chgData name="Thiago Ney Evaristo Rodrigues" userId="fb50eefc1efb6381" providerId="Windows Live" clId="Web-{7ACC5FD9-364D-82F7-346C-F5AE636F9869}" dt="2025-08-18T18:04:12.801" v="399" actId="20577"/>
        <pc:sldMkLst>
          <pc:docMk/>
          <pc:sldMk cId="1618868839" sldId="273"/>
        </pc:sldMkLst>
      </pc:sldChg>
      <pc:sldChg chg="delSp modSp add del replId">
        <pc:chgData name="Thiago Ney Evaristo Rodrigues" userId="fb50eefc1efb6381" providerId="Windows Live" clId="Web-{7ACC5FD9-364D-82F7-346C-F5AE636F9869}" dt="2025-08-18T18:01:18.317" v="388"/>
        <pc:sldMkLst>
          <pc:docMk/>
          <pc:sldMk cId="3866793740" sldId="273"/>
        </pc:sldMkLst>
      </pc:sldChg>
      <pc:sldChg chg="modSp add replId">
        <pc:chgData name="Thiago Ney Evaristo Rodrigues" userId="fb50eefc1efb6381" providerId="Windows Live" clId="Web-{7ACC5FD9-364D-82F7-346C-F5AE636F9869}" dt="2025-08-18T18:08:48.729" v="405"/>
        <pc:sldMkLst>
          <pc:docMk/>
          <pc:sldMk cId="3847462140" sldId="274"/>
        </pc:sldMkLst>
      </pc:sldChg>
      <pc:sldChg chg="addSp delSp modSp add ord replId">
        <pc:chgData name="Thiago Ney Evaristo Rodrigues" userId="fb50eefc1efb6381" providerId="Windows Live" clId="Web-{7ACC5FD9-364D-82F7-346C-F5AE636F9869}" dt="2025-08-18T18:53:07.904" v="730" actId="20577"/>
        <pc:sldMkLst>
          <pc:docMk/>
          <pc:sldMk cId="2318078833" sldId="275"/>
        </pc:sldMkLst>
      </pc:sldChg>
      <pc:sldChg chg="delSp modSp add del replId">
        <pc:chgData name="Thiago Ney Evaristo Rodrigues" userId="fb50eefc1efb6381" providerId="Windows Live" clId="Web-{7ACC5FD9-364D-82F7-346C-F5AE636F9869}" dt="2025-08-18T18:51:34.427" v="723"/>
        <pc:sldMkLst>
          <pc:docMk/>
          <pc:sldMk cId="1319517906" sldId="276"/>
        </pc:sldMkLst>
      </pc:sldChg>
      <pc:sldChg chg="delSp modSp add replId">
        <pc:chgData name="Thiago Ney Evaristo Rodrigues" userId="fb50eefc1efb6381" providerId="Windows Live" clId="Web-{7ACC5FD9-364D-82F7-346C-F5AE636F9869}" dt="2025-08-18T19:10:08.366" v="836" actId="20577"/>
        <pc:sldMkLst>
          <pc:docMk/>
          <pc:sldMk cId="4106440066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94AB0-1E18-E3BD-0D89-0F2B39F1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2A391-416C-6324-35B5-6680DE9E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A9110A-2E3A-2EE6-4196-B306C409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8F500F-F0D3-F0C4-D6ED-BEB7925D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EB2728-2DF4-9932-3609-DB5A50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83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A1491-7304-B195-119C-852A40D0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B4978C-7424-55D5-4170-7D9092D2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FA7A6F-3319-9311-1A7D-D3124FEB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ADC2-E026-05FB-A1B7-5F3B0BA3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57A79-A7C5-A36C-2D73-91A19124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1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F288D-8F08-3A91-5E2E-26A09BC0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B1FD63-258A-EB89-8156-1BAB7CF4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0870C-2700-D520-B7AE-39670ED2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3727F-3B41-BFB2-FA7D-1D20E0AF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19922-BDB4-9C01-6C77-9E9EAC52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3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C1907-7FCD-1DD6-158B-F1E96A32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BF71E4-E2CE-6630-05FE-94363C062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991F6F-269A-BC1E-549A-207ED7253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EF0235-EA4B-F593-66C5-064AB7F6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0F3C44-3CB8-EBE7-A8FE-A45C0184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11CC82-7FB2-4FD8-F878-3F5C40E7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34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3803-BECE-BFCD-135A-4CCE4DD2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35A254-E72E-7877-0BDF-E8DD1D210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F19733-E11C-83A1-F7D9-6BF4E0636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227491-4479-905B-2671-49C40377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CD39BC-EF13-70EA-11B9-B18D32E21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EC786E-2E3F-4E6F-BB12-387BA1AF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E42C8E-9B2A-6477-8215-641CE88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BBC0A8-05B6-64AC-C75D-976BF689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0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155B-171C-DBAD-81E9-F07B0E52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7C7983-C3AD-D599-60CF-F1BCF131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ED5DE4-2727-4579-01C3-87B9316A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FA2C8A-DF65-1055-C19C-66D6C9DB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30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8B0656-74E7-010F-7E3A-CF64CF453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6D77FD-6988-EF4E-6054-95C0275F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EBF5A7-4380-DFF0-E001-189A88EC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9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2B067-213E-5CFF-91BC-F9EEBB28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2033D-894F-0F33-2622-9D936096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E1C1A8-5CEE-5280-2B7A-2CFA11D93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6C5E73-49CD-F471-395C-176438EB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8FEE7B-AC09-3EB5-28DE-AFC04B3D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0DBC14-5F4B-6D05-1B7B-46146FD8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16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54A0E-6ADF-9680-9E1A-CD24E0E7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8FC513-BD16-CF2F-25FA-B554F5558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B20FF6-0157-0BEF-6667-8DF40C243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0A42C2-8E71-E725-FBD8-41A4C9ED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B04A11-E343-76EB-A6DB-350D5CF0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C344E3-CADD-6A5A-527B-8D3D03C5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55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42E4E-45EE-F184-1B82-31A982049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788262-182E-8491-DABB-58BBC87D1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425B2-8DD7-296A-A18C-51004DEC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98CBD4-DB7F-8826-1D75-1E537DEC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37D61-F1FC-4F85-2E47-16E9123A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3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FB4BC-5194-1920-F096-8E46CB748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7E596C-B254-C409-1A90-A24EEE5E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26E11-8A1C-36B2-9EBD-EF03E617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8829EF-FC31-48AB-56B7-97CD1488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CB0D27-0934-D7C2-6084-2A183C4DB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37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385827-962B-5524-AC3A-2D23CE54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5265B4-6718-1895-3ACE-2C70E502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E4F67-6F87-2D6D-A7A5-6B9518B76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18234-2FBA-41B5-BFE7-D52526C53AEF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D8F68-1465-A3F4-54E0-C036ABEA6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6CA216-4665-66AB-98E3-465192E69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97B9B-FB2B-473E-A4EE-E3C8B8606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51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12D2-D782-DEE3-0841-7B3EAF91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C3DA79A5-1B9B-1336-8CD9-3885DA32B84D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6497BB-23FE-6C07-1264-806B7250E8EF}"/>
              </a:ext>
            </a:extLst>
          </p:cNvPr>
          <p:cNvSpPr/>
          <p:nvPr/>
        </p:nvSpPr>
        <p:spPr>
          <a:xfrm>
            <a:off x="360000" y="3742839"/>
            <a:ext cx="1080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BC1C3D-C618-7C9D-E408-52E73CDCC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244" y="362177"/>
            <a:ext cx="4409908" cy="2700000"/>
          </a:xfrm>
        </p:spPr>
        <p:txBody>
          <a:bodyPr lIns="90000" anchor="b">
            <a:normAutofit fontScale="90000"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Modelos de Difusão Superam GANs na Síntese de Imagens</a:t>
            </a:r>
            <a:b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</a:br>
            <a:b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</a:br>
            <a: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(Diffusion Models Beat GANs on Image Synthesis)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02F417-C2BA-82D2-A79A-BEAE1A782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244" y="4406965"/>
            <a:ext cx="4409909" cy="187690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180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Thiago Ney Evaristo Rodrigues</a:t>
            </a:r>
          </a:p>
          <a:p>
            <a:pPr algn="r">
              <a:lnSpc>
                <a:spcPct val="100000"/>
              </a:lnSpc>
            </a:pPr>
            <a:r>
              <a:rPr lang="pt-BR" sz="180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Villeneve de Oliveira Soares</a:t>
            </a:r>
          </a:p>
          <a:p>
            <a:pPr algn="r">
              <a:lnSpc>
                <a:spcPct val="100000"/>
              </a:lnSpc>
            </a:pPr>
            <a:endParaRPr lang="pt-BR" sz="1800">
              <a:solidFill>
                <a:schemeClr val="bg1"/>
              </a:solidFill>
              <a:latin typeface="Fjalla One" panose="02000506040000020004" pitchFamily="2" charset="0"/>
              <a:cs typeface="Catamaran" panose="020B0604020202020204" charset="0"/>
            </a:endParaRPr>
          </a:p>
          <a:p>
            <a:pPr algn="r">
              <a:lnSpc>
                <a:spcPct val="100000"/>
              </a:lnSpc>
            </a:pPr>
            <a:r>
              <a:rPr lang="pt-BR" sz="180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Dr. Tiago </a:t>
            </a:r>
            <a:r>
              <a:rPr lang="pt-BR" sz="1800" err="1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Maritan</a:t>
            </a:r>
            <a:r>
              <a:rPr lang="pt-BR" sz="180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 (Professor)</a:t>
            </a:r>
          </a:p>
          <a:p>
            <a:pPr algn="r">
              <a:lnSpc>
                <a:spcPct val="100000"/>
              </a:lnSpc>
            </a:pPr>
            <a:endParaRPr lang="pt-BR" sz="1800">
              <a:solidFill>
                <a:schemeClr val="bg1"/>
              </a:solidFill>
              <a:latin typeface="Fjalla One" panose="02000506040000020004" pitchFamily="2" charset="0"/>
              <a:cs typeface="Catamaran" panose="020B0604020202020204" charset="0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4C309D6-0969-3743-0B15-E0F3476062B3}"/>
              </a:ext>
            </a:extLst>
          </p:cNvPr>
          <p:cNvGrpSpPr/>
          <p:nvPr/>
        </p:nvGrpSpPr>
        <p:grpSpPr>
          <a:xfrm>
            <a:off x="4790397" y="0"/>
            <a:ext cx="7401603" cy="6858000"/>
            <a:chOff x="4790397" y="0"/>
            <a:chExt cx="7401603" cy="6858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DEDD649-CFCC-0E20-0CB6-B174289799CF}"/>
                </a:ext>
              </a:extLst>
            </p:cNvPr>
            <p:cNvSpPr/>
            <p:nvPr/>
          </p:nvSpPr>
          <p:spPr>
            <a:xfrm>
              <a:off x="4790398" y="0"/>
              <a:ext cx="7401600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DAB72DB-0382-1085-9E35-BF64833025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0397" y="961799"/>
              <a:ext cx="7401603" cy="4934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Retângulo 9">
            <a:extLst>
              <a:ext uri="{FF2B5EF4-FFF2-40B4-BE49-F238E27FC236}">
                <a16:creationId xmlns:a16="http://schemas.microsoft.com/office/drawing/2014/main" id="{35B696B7-EAF9-43C8-FE97-AA60F7B69A41}"/>
              </a:ext>
            </a:extLst>
          </p:cNvPr>
          <p:cNvSpPr/>
          <p:nvPr/>
        </p:nvSpPr>
        <p:spPr>
          <a:xfrm>
            <a:off x="4790400" y="0"/>
            <a:ext cx="7401600" cy="6858000"/>
          </a:xfrm>
          <a:prstGeom prst="rect">
            <a:avLst/>
          </a:prstGeom>
          <a:solidFill>
            <a:srgbClr val="0F2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73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BB26-6421-0BAC-27DE-98E4CC73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99D0CE5-1743-B85E-EE25-44BDF7C88317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92D3198-0F7F-F28F-F1DD-2BF3AB5B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7CBBDD-01D3-3C39-BF54-02D2068D1784}"/>
              </a:ext>
            </a:extLst>
          </p:cNvPr>
          <p:cNvSpPr txBox="1"/>
          <p:nvPr/>
        </p:nvSpPr>
        <p:spPr>
          <a:xfrm>
            <a:off x="156000" y="1906897"/>
            <a:ext cx="118800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Capacidades dos Modelos Generativos: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Geram conteúdo de alta qualidade semelhante ao humano, como linguagem, imagens, fala e música.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Têm aplicações práticas na criação de imagens a partir de texto e no aprendizado de representações de características.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Apesar dos avanços, ainda há um grande potencial para melhorias.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GANs (Redes Adversariais Generativas):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Atualmente, representam o estado da arte em geração de imagens, segundo métricas como FID e Inception Score.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Desvantagens: Têm dificuldade em capturar a diversidade completa dos dados, são instáveis e difíceis de treinar, o que complica sua escalabilidade.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Modelos de Difusão: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São uma alternativa às GANs, baseados em verossimilhança, que se destacam por sua estabilidade de treinamento, escalabilidade e melhor cobertura da diversidade.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Funcionam gerando amostras ao remover gradualmente ruído de um sinal.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Embora promissores, historicamente ficavam atrás das GANs em qualidade de imagem em conjuntos de dados complexos como o ImageNet.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3E9A1C-3012-7819-3632-4767E99991DA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0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A85F-FA84-98C9-ADCD-EF755456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6F955C6-6696-61C7-DE42-216BADD748CA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907D8FA-8FC5-AAE8-7AC4-503AD3E3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7CC640-9CEF-ED84-ECCF-174818FF0989}"/>
              </a:ext>
            </a:extLst>
          </p:cNvPr>
          <p:cNvSpPr txBox="1"/>
          <p:nvPr/>
        </p:nvSpPr>
        <p:spPr>
          <a:xfrm>
            <a:off x="156000" y="1768398"/>
            <a:ext cx="11880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Hipótese Central do Estudo: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 superioridade das GANs devia-se a dois fatores: arquiteturas mais refinadas e a capacidade de "trocar" diversidade por maior qualidade de amostra (fidelidade).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Melhorias Propostas para os Modelos de Difusão: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Aprimoramento da Arquitetura: Foram introduzidas melhorias na arquitetura do modelo, resultando em um aumento significativo da qualidade das imagens geradas.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Orientação por Classificador: Foi desenvolvido um método que usa gradientes de um classificador para guiar a geração de imagens, permitindo controlar a troca entre diversidade e fidelidade.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Resultados e Conclusões: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Com as melhorias implementadas, os modelos de difusão superaram as GANs, estabelecendo um novo estado da arte em tarefas de síntese de imagem.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 técnica de orientação por classificador permitiu alcançar qualidade comparável à do BigGAN (uma GAN de ponta) com um processo de amostragem mais eficiente.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 combinação das novas arquiteturas com técnicas de upsampling gerou os melhores resultados em imagens de alta resolução.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1DFDD95-E623-CD1A-B461-5B28204455FA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D175-5B71-3F94-0E2D-71E0BC6B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1E69617-3441-4934-AA65-43FF9E7CC378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D4DD01E-D69B-E80E-BD29-20CA131A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6A6581-6289-9226-0267-3C9F7269E551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125FF7F-C0B8-EF30-25CE-D460C9132939}"/>
              </a:ext>
            </a:extLst>
          </p:cNvPr>
          <p:cNvGrpSpPr/>
          <p:nvPr/>
        </p:nvGrpSpPr>
        <p:grpSpPr>
          <a:xfrm>
            <a:off x="840843" y="1498552"/>
            <a:ext cx="10510313" cy="4940897"/>
            <a:chOff x="840843" y="1465371"/>
            <a:chExt cx="10510313" cy="494089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FD4DE4F-1E55-865E-5AA0-D2DA5E6FA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522"/>
            <a:stretch>
              <a:fillRect/>
            </a:stretch>
          </p:blipFill>
          <p:spPr>
            <a:xfrm>
              <a:off x="1514048" y="1465371"/>
              <a:ext cx="9163905" cy="4630629"/>
            </a:xfrm>
            <a:prstGeom prst="rect">
              <a:avLst/>
            </a:prstGeom>
          </p:spPr>
        </p:pic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80C1E0CC-DBF8-AF4E-9206-965DB4694F1E}"/>
                </a:ext>
              </a:extLst>
            </p:cNvPr>
            <p:cNvSpPr txBox="1"/>
            <p:nvPr/>
          </p:nvSpPr>
          <p:spPr>
            <a:xfrm>
              <a:off x="840843" y="6067714"/>
              <a:ext cx="10510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Figura 1: Amostras selecionadas do nosso melhor modelo ImageNet 512x512 (FID 3,85).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37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BE9B-B995-21A4-0ED0-D6C87EA6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EB50F11-72B6-C09D-6E4F-8EAABB300FEC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47663BA-6643-67CA-3922-FA68A4830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2. Contextualização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C4CAC4-7CB9-D2F3-51E3-434E043F7B8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BD0EE46-65A8-779E-9459-DA578FC25520}"/>
                  </a:ext>
                </a:extLst>
              </p:cNvPr>
              <p:cNvSpPr txBox="1"/>
              <p:nvPr/>
            </p:nvSpPr>
            <p:spPr>
              <a:xfrm>
                <a:off x="156000" y="1214400"/>
                <a:ext cx="11880000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Conceito Principal: Geração Reversa de Ruído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O processo começa com uma amostra de ruído puro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 e, passo a passo, vai removendo o ruído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t-BR" sz="1600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1600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t-BR" sz="1600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pt-BR" sz="1600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 até chegar a uma amostra final limpa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).</a:t>
                </a:r>
              </a:p>
              <a:p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Como o Modelo Aprende (Treinamento)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A tarefa principal da rede neural não é criar a imagem diretamente, mas sim prever o ruído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 que foi adicionado a uma amostra ruidosa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 em um determinado passo de tempo (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O objetivo do treinamento é simples: minimizar a diferença (erro quadrático médio) entre o ruído real que foi adicionado e o ruído que o modelo previu.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Como o Modelo Cria (Amostragem)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Para gerar uma nova imagem, o processo começa com ruído aleatório.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A cada passo, o modelo analisa a imagem ruidosa atual, prevê o ruído contido nela e usa essa previsão para calcular a próxima versão da imagem, que será um pouco menos ruidosa.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Este processo de "limpeza" iterativa continua por um grande número de passos até que a imagem final seja formada.</a:t>
                </a:r>
              </a:p>
              <a:p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Detalhes e Conexões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O ruído utilizado é geralmente de uma distribuição Gaussiana, que é adequada para imagens naturais.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Embora relacionados a outras arquiteturas como os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VAEs</a:t>
                </a:r>
                <a:r>
                  <a:rPr lang="pt-BR" sz="1600" dirty="0">
                    <a:solidFill>
                      <a:srgbClr val="0F2040"/>
                    </a:solidFill>
                  </a:rPr>
                  <a:t>, os modelos de difusão se destacam pelo seu objetivo de treinamento mais direto e eficaz.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pt-BR" sz="1600" dirty="0">
                    <a:solidFill>
                      <a:srgbClr val="0F2040"/>
                    </a:solidFill>
                  </a:rPr>
                  <a:t>O termo "modelos de difusão" é usado de forma ampla para incluir técnicas equivalentes, como as de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denoising</a:t>
                </a:r>
                <a:r>
                  <a:rPr lang="pt-BR" sz="1600" dirty="0">
                    <a:solidFill>
                      <a:srgbClr val="0F2040"/>
                    </a:solidFill>
                  </a:rPr>
                  <a:t> score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matching</a:t>
                </a:r>
                <a:r>
                  <a:rPr lang="pt-BR" sz="1600" dirty="0">
                    <a:solidFill>
                      <a:srgbClr val="0F204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BD0EE46-65A8-779E-9459-DA578FC25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00" y="1214400"/>
                <a:ext cx="11880000" cy="5509200"/>
              </a:xfrm>
              <a:prstGeom prst="rect">
                <a:avLst/>
              </a:prstGeom>
              <a:blipFill>
                <a:blip r:embed="rId2"/>
                <a:stretch>
                  <a:fillRect l="-205" t="-332" r="-205" b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74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D41C-CCB0-1F00-2C29-018C478C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B790FE9-CAD7-4D09-8E20-75BF47947F51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D53CC31-1D08-08D6-4DFE-AC062E33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2.1. Melhorias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377DFD-6521-5970-B2FD-F527E573D54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790969-7CB3-4D23-AA2E-F247D1D340D7}"/>
              </a:ext>
            </a:extLst>
          </p:cNvPr>
          <p:cNvSpPr txBox="1"/>
          <p:nvPr/>
        </p:nvSpPr>
        <p:spPr>
          <a:xfrm>
            <a:off x="156000" y="1829953"/>
            <a:ext cx="11880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Aprender a Variância (</a:t>
            </a:r>
            <a:r>
              <a:rPr lang="pt-BR" sz="1600" b="1" dirty="0" err="1">
                <a:solidFill>
                  <a:srgbClr val="0F2040"/>
                </a:solidFill>
              </a:rPr>
              <a:t>Nichol</a:t>
            </a:r>
            <a:r>
              <a:rPr lang="pt-BR" sz="1600" b="1" dirty="0">
                <a:solidFill>
                  <a:srgbClr val="0F2040"/>
                </a:solidFill>
              </a:rPr>
              <a:t> &amp; </a:t>
            </a:r>
            <a:r>
              <a:rPr lang="pt-BR" sz="1600" b="1" dirty="0" err="1">
                <a:solidFill>
                  <a:srgbClr val="0F2040"/>
                </a:solidFill>
              </a:rPr>
              <a:t>Dhariwal</a:t>
            </a:r>
            <a:r>
              <a:rPr lang="pt-BR" sz="1600" b="1" dirty="0">
                <a:solidFill>
                  <a:srgbClr val="0F2040"/>
                </a:solidFill>
              </a:rPr>
              <a:t>)</a:t>
            </a:r>
            <a:endParaRPr lang="pt-BR" sz="1600" dirty="0">
              <a:solidFill>
                <a:srgbClr val="0F204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Problema:</a:t>
            </a:r>
            <a:r>
              <a:rPr lang="pt-BR" sz="1600" dirty="0">
                <a:solidFill>
                  <a:srgbClr val="0F2040"/>
                </a:solidFill>
              </a:rPr>
              <a:t> Usar uma variância fixa (nível de aleatoriedade) em cada passo da remoção de ruído é ineficiente, especialmente para uma geração mais rápida com menos passos.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Solução:</a:t>
            </a:r>
            <a:r>
              <a:rPr lang="pt-BR" sz="1600" dirty="0">
                <a:solidFill>
                  <a:srgbClr val="0F2040"/>
                </a:solidFill>
              </a:rPr>
              <a:t> Propuseram que a própria rede neural aprenda o valor ideal da variância em cada etapa, tornando o processo mais flexível.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Método:</a:t>
            </a:r>
            <a:r>
              <a:rPr lang="pt-BR" sz="1600" dirty="0">
                <a:solidFill>
                  <a:srgbClr val="0F2040"/>
                </a:solidFill>
              </a:rPr>
              <a:t> Introduziram um "objetivo de treinamento híbrido" para treinar de forma eficaz tanto o preditor de ruído quanto o novo preditor de variância.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Vantagem Principal:</a:t>
            </a:r>
            <a:r>
              <a:rPr lang="pt-BR" sz="1600" dirty="0">
                <a:solidFill>
                  <a:srgbClr val="0F2040"/>
                </a:solidFill>
              </a:rPr>
              <a:t> Permite gerar imagens de alta qualidade com menos passos, acelerando o processo de amostragem.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Amostragem Determinística com DDIM (Song et al.)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Inovação:</a:t>
            </a:r>
            <a:r>
              <a:rPr lang="pt-BR" sz="1600" dirty="0">
                <a:solidFill>
                  <a:srgbClr val="0F2040"/>
                </a:solidFill>
              </a:rPr>
              <a:t> Criaram um método de amostragem alternativo e mais flexível chamado DDIM (Modelos Implícitos de Difusão de Denoising).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Característica Chave:</a:t>
            </a:r>
            <a:r>
              <a:rPr lang="pt-BR" sz="1600" dirty="0">
                <a:solidFill>
                  <a:srgbClr val="0F2040"/>
                </a:solidFill>
              </a:rPr>
              <a:t> O DDIM permite que o processo de geração se torne determinístico, ou seja, não aleatório. Isso transforma o modelo em um mapeamento direto, onde o mesmo ruído inicial (latente) sempre produzirá a mesma imagem final.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Vantagem Principal:</a:t>
            </a:r>
            <a:r>
              <a:rPr lang="pt-BR" sz="1600" dirty="0">
                <a:solidFill>
                  <a:srgbClr val="0F2040"/>
                </a:solidFill>
              </a:rPr>
              <a:t> Oferece outra forma muito eficiente de gerar imagens com poucos passos, sendo especialmente útil em regimes de amostragem muito rápidos (ex.: menos de 50 passos).</a:t>
            </a:r>
          </a:p>
        </p:txBody>
      </p:sp>
    </p:spTree>
    <p:extLst>
      <p:ext uri="{BB962C8B-B14F-4D97-AF65-F5344CB8AC3E}">
        <p14:creationId xmlns:p14="http://schemas.microsoft.com/office/powerpoint/2010/main" val="151877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4B1B-71B3-311D-C38D-72325650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18C582E-567B-68DD-42AE-061E3D7ADF24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59552FC-5211-995E-563F-7E0E10F5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2.2. Métricas de Qualidade de Amostra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64D61BE-424B-0D10-B4D9-E72CD9BCE95B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3C4A5E-4DA7-AA8F-DE1C-987C2F0CDB29}"/>
              </a:ext>
            </a:extLst>
          </p:cNvPr>
          <p:cNvSpPr txBox="1"/>
          <p:nvPr/>
        </p:nvSpPr>
        <p:spPr>
          <a:xfrm>
            <a:off x="156000" y="1583732"/>
            <a:ext cx="11880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Métricas de Avaliação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Inception Score (IS):</a:t>
            </a:r>
            <a:r>
              <a:rPr lang="pt-BR" sz="1600" dirty="0">
                <a:solidFill>
                  <a:srgbClr val="0F2040"/>
                </a:solidFill>
              </a:rPr>
              <a:t> Mede a qualidade (imagens nítidas de uma única classe) e a diversidade (variedade de classes). Sua principal desvantagem é que pode ser "enganado" por modelos que apenas memorizam um exemplo de cada classe.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 err="1">
                <a:solidFill>
                  <a:srgbClr val="0F2040"/>
                </a:solidFill>
              </a:rPr>
              <a:t>Fréchet</a:t>
            </a:r>
            <a:r>
              <a:rPr lang="pt-BR" sz="1600" u="sng" dirty="0">
                <a:solidFill>
                  <a:srgbClr val="0F2040"/>
                </a:solidFill>
              </a:rPr>
              <a:t> Inception Distance (FID):</a:t>
            </a:r>
            <a:r>
              <a:rPr lang="pt-BR" sz="1600" dirty="0">
                <a:solidFill>
                  <a:srgbClr val="0F2040"/>
                </a:solidFill>
              </a:rPr>
              <a:t> Mede a distância entre a distribuição de imagens reais e a de imagens geradas. É considerado mais confiável e consistente com a percepção humana.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 err="1">
                <a:solidFill>
                  <a:srgbClr val="0F2040"/>
                </a:solidFill>
              </a:rPr>
              <a:t>sFID</a:t>
            </a:r>
            <a:r>
              <a:rPr lang="pt-BR" sz="1600" u="sng" dirty="0">
                <a:solidFill>
                  <a:srgbClr val="0F2040"/>
                </a:solidFill>
              </a:rPr>
              <a:t>:</a:t>
            </a:r>
            <a:r>
              <a:rPr lang="pt-BR" sz="1600" dirty="0">
                <a:solidFill>
                  <a:srgbClr val="0F2040"/>
                </a:solidFill>
              </a:rPr>
              <a:t> Uma variação do FID que foca em características espaciais para melhor avaliar a estrutura e coerência geral da imagem.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Precisão (Fidelidade) Aprimorada:</a:t>
            </a:r>
            <a:r>
              <a:rPr lang="pt-BR" sz="1600" dirty="0">
                <a:solidFill>
                  <a:srgbClr val="0F2040"/>
                </a:solidFill>
              </a:rPr>
              <a:t> A proporção de imagens geradas que parecem reais.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Recall (Diversidade) Aprimorada:</a:t>
            </a:r>
            <a:r>
              <a:rPr lang="pt-BR" sz="1600" dirty="0">
                <a:solidFill>
                  <a:srgbClr val="0F2040"/>
                </a:solidFill>
              </a:rPr>
              <a:t> A capacidade do modelo de gerar toda a variedade de imagens presentes no mundo real.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Metodologia Adotada pelos Autores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Métrica Principal:</a:t>
            </a:r>
            <a:r>
              <a:rPr lang="pt-BR" sz="1600" dirty="0">
                <a:solidFill>
                  <a:srgbClr val="0F2040"/>
                </a:solidFill>
              </a:rPr>
              <a:t> O FID é a métrica padrão para avaliar a qualidade geral, por medir tanto a fidelidade quanto a diversidade.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Métricas Complementares:</a:t>
            </a:r>
            <a:r>
              <a:rPr lang="pt-BR" sz="1600" dirty="0">
                <a:solidFill>
                  <a:srgbClr val="0F2040"/>
                </a:solidFill>
              </a:rPr>
              <a:t> Usam Precisão/IS para focar especificamente na fidelidade e Recall para focar na diversidade.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Garantia de Comparação Justa:</a:t>
            </a:r>
            <a:r>
              <a:rPr lang="pt-BR" sz="1600" dirty="0">
                <a:solidFill>
                  <a:srgbClr val="0F2040"/>
                </a:solidFill>
              </a:rPr>
              <a:t> Para garantir consistência, os autores: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F2040"/>
                </a:solidFill>
              </a:rPr>
              <a:t>Recalculam as métricas de outros modelos por conta própria sempre que possível.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F2040"/>
                </a:solidFill>
              </a:rPr>
              <a:t>Fazem isso porque outros artigos podem usar conjuntos de dados diferentes ou ter implementações que alteram sutilmente os resultados.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F2040"/>
                </a:solidFill>
              </a:rPr>
              <a:t>Usam sempre o conjunto de dados de treinamento inteiro como referência e a mesma base de código para todas as avaliações.</a:t>
            </a:r>
          </a:p>
        </p:txBody>
      </p:sp>
    </p:spTree>
    <p:extLst>
      <p:ext uri="{BB962C8B-B14F-4D97-AF65-F5344CB8AC3E}">
        <p14:creationId xmlns:p14="http://schemas.microsoft.com/office/powerpoint/2010/main" val="96176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5D3C-6CE0-96B1-B4B3-D6A7BEA32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A509849-F5A6-4811-D161-AA0AF1D60089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1850068-C33C-37BF-5368-B6ED9C123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2.2. Métricas de Qualidade de Amostra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A87EDE4-105F-5DC7-04AC-D3811C6A9E62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E88E9FF-BE6F-5E70-4BC3-2598867AB373}"/>
              </a:ext>
            </a:extLst>
          </p:cNvPr>
          <p:cNvGrpSpPr/>
          <p:nvPr/>
        </p:nvGrpSpPr>
        <p:grpSpPr>
          <a:xfrm>
            <a:off x="840844" y="2364545"/>
            <a:ext cx="10510313" cy="3208911"/>
            <a:chOff x="840844" y="2100077"/>
            <a:chExt cx="10510313" cy="3208911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C35C092-89E5-E473-38CF-34B72090C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3468" y="2100077"/>
              <a:ext cx="8345065" cy="2657846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00064E06-F24E-9DFF-AD5A-B4839CDA2881}"/>
                </a:ext>
              </a:extLst>
            </p:cNvPr>
            <p:cNvSpPr txBox="1"/>
            <p:nvPr/>
          </p:nvSpPr>
          <p:spPr>
            <a:xfrm>
              <a:off x="840844" y="4970434"/>
              <a:ext cx="10510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Tabela 1: Ablação de várias mudanças de arquitetura, avaliadas em 700K e 1200K iterações.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98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6616-B32A-EC22-31B2-944430E7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6E6A094-83AF-9F2B-1DE6-F885DF537C76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FA3171F-59DA-9FD4-858F-57F56DE9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3. Melhorias na Arquitetura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43C021-02DA-853C-4428-6F6CD1D0569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BFF0E9-C8B7-6B34-85DD-04ABC41AC2CA}"/>
              </a:ext>
            </a:extLst>
          </p:cNvPr>
          <p:cNvSpPr txBox="1"/>
          <p:nvPr/>
        </p:nvSpPr>
        <p:spPr>
          <a:xfrm>
            <a:off x="156000" y="1953064"/>
            <a:ext cx="11880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Modificações Arquitetônicas Testadas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Profundidade vs. Largura:</a:t>
            </a:r>
            <a:r>
              <a:rPr lang="pt-BR" sz="1600" dirty="0">
                <a:solidFill>
                  <a:srgbClr val="0F2040"/>
                </a:solidFill>
              </a:rPr>
              <a:t> Mudar o modelo para ser mais profundo (mais camadas) ou mais largo (mais canais).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Cabeças de Atenção:</a:t>
            </a:r>
            <a:r>
              <a:rPr lang="pt-BR" sz="1600" dirty="0">
                <a:solidFill>
                  <a:srgbClr val="0F2040"/>
                </a:solidFill>
              </a:rPr>
              <a:t> Aumentar o número de "cabeças" no mecanismo de atenção.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Atenção Multirresolução:</a:t>
            </a:r>
            <a:r>
              <a:rPr lang="pt-BR" sz="1600" dirty="0">
                <a:solidFill>
                  <a:srgbClr val="0F2040"/>
                </a:solidFill>
              </a:rPr>
              <a:t> Aplicar o mecanismo de atenção em mais escalas da imagem (32x32, 16x16 e 8x8), não apenas em 16x16.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Blocos do BigGAN:</a:t>
            </a:r>
            <a:r>
              <a:rPr lang="pt-BR" sz="1600" dirty="0">
                <a:solidFill>
                  <a:srgbClr val="0F2040"/>
                </a:solidFill>
              </a:rPr>
              <a:t> Usar os blocos residuais do famoso modelo BigGAN para os processos de upsampling e downsampling.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Reescalonamento de Conexões:</a:t>
            </a:r>
            <a:r>
              <a:rPr lang="pt-BR" sz="1600" dirty="0">
                <a:solidFill>
                  <a:srgbClr val="0F2040"/>
                </a:solidFill>
              </a:rPr>
              <a:t> Alterar o peso das conexões residuais (esta foi a única mudança que não melhorou o desempenho).</a:t>
            </a:r>
          </a:p>
          <a:p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Principais Conclusões e Decisões de Arquitetura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Largura é Melhor que Profundidade:</a:t>
            </a:r>
            <a:r>
              <a:rPr lang="pt-BR" sz="1600" dirty="0">
                <a:solidFill>
                  <a:srgbClr val="0F2040"/>
                </a:solidFill>
              </a:rPr>
              <a:t> Embora modelos mais profundos melhorem a qualidade, eles demoram muito mais para treinar. Modelos mais largos alcançam o mesmo nível de qualidade em menos tempo. Por isso, foram os preferidos.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A maioria das mudanças teve efeito positivo:</a:t>
            </a:r>
            <a:r>
              <a:rPr lang="pt-BR" sz="1600" dirty="0">
                <a:solidFill>
                  <a:srgbClr val="0F2040"/>
                </a:solidFill>
              </a:rPr>
              <a:t> Quase todas as modificações testadas melhoraram o desempenho, e o efeito foi cumulativo (usar várias delas juntas foi ainda melhor).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u="sng" dirty="0">
                <a:solidFill>
                  <a:srgbClr val="0F2040"/>
                </a:solidFill>
              </a:rPr>
              <a:t>Configuração de Atenção Otimizada:</a:t>
            </a:r>
            <a:r>
              <a:rPr lang="pt-BR" sz="1600" dirty="0">
                <a:solidFill>
                  <a:srgbClr val="0F2040"/>
                </a:solidFill>
              </a:rPr>
              <a:t> Após mais testes, a configuração de 64 canais por cabeça de atenção foi escolhida como padrão. Ela ofereceu o melhor equilíbrio entre qualidade final (FID baixo) e velocidade de treinamento.</a:t>
            </a:r>
          </a:p>
        </p:txBody>
      </p:sp>
    </p:spTree>
    <p:extLst>
      <p:ext uri="{BB962C8B-B14F-4D97-AF65-F5344CB8AC3E}">
        <p14:creationId xmlns:p14="http://schemas.microsoft.com/office/powerpoint/2010/main" val="14461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8FE0-E689-CE4E-C3C8-1ECBBF66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004D326-F189-AC52-2619-7F93D6B97527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807ADC5-2232-EE1E-4374-88EE9FCF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3. Melhorias na Arquitetura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985F7A-3E59-012D-FC8B-99FBDA48AB33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754C622-6850-5BC7-66C8-327E2277A3AB}"/>
              </a:ext>
            </a:extLst>
          </p:cNvPr>
          <p:cNvGrpSpPr/>
          <p:nvPr/>
        </p:nvGrpSpPr>
        <p:grpSpPr>
          <a:xfrm>
            <a:off x="162938" y="2527168"/>
            <a:ext cx="4670532" cy="2883664"/>
            <a:chOff x="147698" y="1191667"/>
            <a:chExt cx="4670532" cy="2883664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5A4B142-6A06-FAFC-CCCB-5F1CF615CBF6}"/>
                </a:ext>
              </a:extLst>
            </p:cNvPr>
            <p:cNvSpPr txBox="1"/>
            <p:nvPr/>
          </p:nvSpPr>
          <p:spPr>
            <a:xfrm>
              <a:off x="147698" y="3244334"/>
              <a:ext cx="46705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Tabela 2: Ablação de várias configurações de atenção. Mais cabeças ou menos canais por cabeça levam a um FID aprimorado.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87547E2-5F75-FA03-4458-E99209F3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666" y="1191667"/>
              <a:ext cx="3642597" cy="1960212"/>
            </a:xfrm>
            <a:prstGeom prst="rect">
              <a:avLst/>
            </a:prstGeom>
          </p:spPr>
        </p:pic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947572A-4779-E7A3-AD2F-FA2E976013B8}"/>
              </a:ext>
            </a:extLst>
          </p:cNvPr>
          <p:cNvGrpSpPr/>
          <p:nvPr/>
        </p:nvGrpSpPr>
        <p:grpSpPr>
          <a:xfrm>
            <a:off x="5102100" y="1845193"/>
            <a:ext cx="6956286" cy="4247615"/>
            <a:chOff x="4934460" y="1191667"/>
            <a:chExt cx="6956286" cy="4247615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D014940-B544-F14E-4CA3-0C62D9233F14}"/>
                </a:ext>
              </a:extLst>
            </p:cNvPr>
            <p:cNvSpPr txBox="1"/>
            <p:nvPr/>
          </p:nvSpPr>
          <p:spPr>
            <a:xfrm>
              <a:off x="5075166" y="4608285"/>
              <a:ext cx="66748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Figura 2: Ablação de várias alterações arquitetônicas, mostrando o FID como uma função do tempo de relógio. O FID avaliou mais de 10 mil amostras em vez de 50 mil para eficiência.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B5F6AD5-7C41-66F7-B7FE-CE93377A7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4460" y="1191667"/>
              <a:ext cx="6956286" cy="3407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584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C326-1C6F-A73E-6A00-8C90D498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8C43B91-DBFD-2984-5BC4-691F83AC752E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3A73664-6D76-CDD9-4ECD-27FA269B7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3.1. Normalização de Grupo Adaptativo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1ABBB7-4F50-89CF-CA60-92104D49276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7F359CA-52F8-A58E-9303-2895C53E64FB}"/>
              </a:ext>
            </a:extLst>
          </p:cNvPr>
          <p:cNvGrpSpPr/>
          <p:nvPr/>
        </p:nvGrpSpPr>
        <p:grpSpPr>
          <a:xfrm>
            <a:off x="156000" y="1658371"/>
            <a:ext cx="11880000" cy="4621258"/>
            <a:chOff x="156000" y="1659285"/>
            <a:chExt cx="11880000" cy="46212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3FDF13F2-71AD-90BE-8B68-DDF4790BDED7}"/>
                    </a:ext>
                  </a:extLst>
                </p:cNvPr>
                <p:cNvSpPr txBox="1"/>
                <p:nvPr/>
              </p:nvSpPr>
              <p:spPr>
                <a:xfrm>
                  <a:off x="156000" y="1659285"/>
                  <a:ext cx="11880000" cy="35394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600" b="1" dirty="0">
                      <a:solidFill>
                        <a:srgbClr val="0F2040"/>
                      </a:solidFill>
                    </a:rPr>
                    <a:t>Introdução da Camada </a:t>
                  </a:r>
                  <a:r>
                    <a:rPr lang="pt-BR" sz="1600" b="1" dirty="0" err="1">
                      <a:solidFill>
                        <a:srgbClr val="0F2040"/>
                      </a:solidFill>
                    </a:rPr>
                    <a:t>AdaGN</a:t>
                  </a:r>
                  <a:r>
                    <a:rPr lang="pt-BR" sz="1600" b="1" dirty="0">
                      <a:solidFill>
                        <a:srgbClr val="0F2040"/>
                      </a:solidFill>
                    </a:rPr>
                    <a:t>: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Os autores introduziram uma camada chamada normalização de grupo adaptativa (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AdaGN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).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t-BR" sz="1600" dirty="0">
                    <a:solidFill>
                      <a:srgbClr val="0F2040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600" b="1" dirty="0">
                      <a:solidFill>
                        <a:srgbClr val="0F2040"/>
                      </a:solidFill>
                    </a:rPr>
                    <a:t>Função Principal: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A 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AdaGN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serve para incorporar informações cruciais, o passo de tempo (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timestep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) e a classe da imagem, em cada bloco residual do modelo.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t-BR" sz="1600" dirty="0">
                    <a:solidFill>
                      <a:srgbClr val="0F2040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600" b="1" dirty="0">
                      <a:solidFill>
                        <a:srgbClr val="0F2040"/>
                      </a:solidFill>
                    </a:rPr>
                    <a:t>Mecanismo de Ação: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Ela aplica uma transformação linear (escala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pt-BR" sz="1600" dirty="0">
                      <a:solidFill>
                        <a:srgbClr val="0F2040"/>
                      </a:solidFill>
                    </a:rPr>
                    <a:t> e deslocamento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i="1" dirty="0" smtClean="0">
                              <a:solidFill>
                                <a:srgbClr val="0F204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a14:m>
                  <a:r>
                    <a:rPr lang="pt-BR" sz="1600" dirty="0">
                      <a:solidFill>
                        <a:srgbClr val="0F2040"/>
                      </a:solidFill>
                    </a:rPr>
                    <a:t>) às ativações, logo após uma operação de normalização de grupo (</a:t>
                  </a:r>
                  <a14:m>
                    <m:oMath xmlns:m="http://schemas.openxmlformats.org/officeDocument/2006/math">
                      <m:r>
                        <a:rPr lang="pt-BR" sz="1600" i="1" dirty="0" smtClean="0">
                          <a:solidFill>
                            <a:srgbClr val="0F2040"/>
                          </a:solidFill>
                          <a:latin typeface="Cambria Math" panose="02040503050406030204" pitchFamily="18" charset="0"/>
                        </a:rPr>
                        <m:t>𝐺𝑟𝑜𝑢𝑝𝑁𝑜𝑟𝑚</m:t>
                      </m:r>
                    </m:oMath>
                  </a14:m>
                  <a:r>
                    <a:rPr lang="pt-BR" sz="1600" dirty="0">
                      <a:solidFill>
                        <a:srgbClr val="0F2040"/>
                      </a:solidFill>
                    </a:rPr>
                    <a:t>).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t-BR" sz="1600" dirty="0">
                    <a:solidFill>
                      <a:srgbClr val="0F2040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600" b="1" dirty="0">
                      <a:solidFill>
                        <a:srgbClr val="0F2040"/>
                      </a:solidFill>
                    </a:rPr>
                    <a:t>Comprovação de Eficácia: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A equipe já suspeitava da sua utilidade e confirmou, através de testes específicos (ablação na Tabela 3), que a 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AdaGN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melhorou significativamente a qualidade das imagens (métrica FID).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pt-BR" sz="1600" dirty="0">
                    <a:solidFill>
                      <a:srgbClr val="0F2040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600" b="1" dirty="0">
                      <a:solidFill>
                        <a:srgbClr val="0F2040"/>
                      </a:solidFill>
                    </a:rPr>
                    <a:t>Componente Padrão: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Devido ao seu impacto positivo, a 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AdaGN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 foi adotada como um componente padrão e essencial na arquitetura final e otimizada do modelo, juntamente com outras melhorias como atenção em múltiplas resoluções e blocos do </a:t>
                  </a:r>
                  <a:r>
                    <a:rPr lang="pt-BR" sz="1600" dirty="0" err="1">
                      <a:solidFill>
                        <a:srgbClr val="0F2040"/>
                      </a:solidFill>
                    </a:rPr>
                    <a:t>BigGAN</a:t>
                  </a:r>
                  <a:r>
                    <a:rPr lang="pt-BR" sz="1600" dirty="0">
                      <a:solidFill>
                        <a:srgbClr val="0F204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3FDF13F2-71AD-90BE-8B68-DDF4790BD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00" y="1659285"/>
                  <a:ext cx="11880000" cy="3539430"/>
                </a:xfrm>
                <a:prstGeom prst="rect">
                  <a:avLst/>
                </a:prstGeom>
                <a:blipFill>
                  <a:blip r:embed="rId2"/>
                  <a:stretch>
                    <a:fillRect l="-205" t="-516" b="-12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844D1B7F-7F76-6A4B-6485-B5D715F42BE8}"/>
                </a:ext>
              </a:extLst>
            </p:cNvPr>
            <p:cNvGrpSpPr/>
            <p:nvPr/>
          </p:nvGrpSpPr>
          <p:grpSpPr>
            <a:xfrm>
              <a:off x="1636654" y="5350688"/>
              <a:ext cx="8918691" cy="929855"/>
              <a:chOff x="1792852" y="5013231"/>
              <a:chExt cx="8918691" cy="929855"/>
            </a:xfrm>
          </p:grpSpPr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8B75730-A669-8803-603B-FB876CCC72AF}"/>
                  </a:ext>
                </a:extLst>
              </p:cNvPr>
              <p:cNvSpPr txBox="1"/>
              <p:nvPr/>
            </p:nvSpPr>
            <p:spPr>
              <a:xfrm>
                <a:off x="4599323" y="5185771"/>
                <a:ext cx="61122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solidFill>
                      <a:srgbClr val="0F2040"/>
                    </a:solidFill>
                  </a:rPr>
                  <a:t>Tabela 3: O método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AdaGN</a:t>
                </a:r>
                <a:r>
                  <a:rPr lang="pt-BR" sz="1600" dirty="0">
                    <a:solidFill>
                      <a:srgbClr val="0F2040"/>
                    </a:solidFill>
                  </a:rPr>
                  <a:t> é superior, pois sua remoção e substituição pioraram o resultado final (FID).</a:t>
                </a:r>
              </a:p>
            </p:txBody>
          </p:sp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E815B941-4823-3821-85D6-E5678BB56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2852" y="5013231"/>
                <a:ext cx="2806471" cy="9298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178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3745-B422-E265-F68F-C7482D81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5341510-2839-5371-69D6-CE45206E827C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C60B3B9-754F-4B53-4FAF-CD3F28F8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 Guia do Classificador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EAC6FC-1DC4-B129-04EF-6E80B8B93F4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9185B3E-6669-331F-9CA3-EF70EF824F09}"/>
                  </a:ext>
                </a:extLst>
              </p:cNvPr>
              <p:cNvSpPr txBox="1"/>
              <p:nvPr/>
            </p:nvSpPr>
            <p:spPr>
              <a:xfrm>
                <a:off x="156000" y="2076174"/>
                <a:ext cx="1188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Inspiração nas </a:t>
                </a:r>
                <a:r>
                  <a:rPr lang="pt-BR" sz="1600" b="1" dirty="0" err="1">
                    <a:solidFill>
                      <a:srgbClr val="0F2040"/>
                    </a:solidFill>
                  </a:rPr>
                  <a:t>GANs</a:t>
                </a:r>
                <a:r>
                  <a:rPr lang="pt-BR" sz="1600" b="1" dirty="0">
                    <a:solidFill>
                      <a:srgbClr val="0F2040"/>
                    </a:solidFill>
                  </a:rPr>
                  <a:t>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As Redes Generativas Adversariais (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GANs</a:t>
                </a:r>
                <a:r>
                  <a:rPr lang="pt-BR" sz="1600" dirty="0">
                    <a:solidFill>
                      <a:srgbClr val="0F2040"/>
                    </a:solidFill>
                  </a:rPr>
                  <a:t>) utilizam rótulos de classe de forma intensiva para a síntese de imagens condicionais. Elas fazem isso através de estatísticas de normalização que dependem da classe e de discriminadores que funcionam como classificadores. A importância dessa informação é tão grande que, em cenários com poucos dados, gerar rótulos sintéticos se mostra benéfico.</a:t>
                </a:r>
              </a:p>
              <a:p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Aplicação em Modelos de Difusão: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Dada a eficácia nas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GANs</a:t>
                </a:r>
                <a:r>
                  <a:rPr lang="pt-BR" sz="1600" dirty="0">
                    <a:solidFill>
                      <a:srgbClr val="0F2040"/>
                    </a:solidFill>
                  </a:rPr>
                  <a:t>, os autores propõem explorar formas de condicionar os modelos de difusão a rótulos de classe. Embora já o façam parcialmente nas camadas de normalização , eles exploram uma nova abordagem: usar um classificador para aprimorar o gerador de difusão.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O Conceito de "Orientação por Classificador":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A técnica consiste em condicionar um modelo de difusão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pré</a:t>
                </a:r>
                <a:r>
                  <a:rPr lang="pt-BR" sz="1600" dirty="0">
                    <a:solidFill>
                      <a:srgbClr val="0F2040"/>
                    </a:solidFill>
                  </a:rPr>
                  <a:t>-treinado utilizando os gradientes de um classificador.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Método Prático: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Em particular, treina-se um classificador para identificar a classe de imagens com ruído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). Em seguida, durante o processo de amostragem, os gradientes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unc>
                      <m:funcPr>
                        <m:ctrlP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F204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 desse classificador são usados para "guiar" o modelo, direcionando a geração da imagem para uma classe específica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49185B3E-6669-331F-9CA3-EF70EF824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00" y="2076174"/>
                <a:ext cx="11880000" cy="3785652"/>
              </a:xfrm>
              <a:prstGeom prst="rect">
                <a:avLst/>
              </a:prstGeom>
              <a:blipFill>
                <a:blip r:embed="rId2"/>
                <a:stretch>
                  <a:fillRect l="-205" t="-483" r="-616" b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7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ABE1-2B75-124E-8B75-B422437E8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57D24BC-C900-5456-63CE-DBA550E04319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9B0AFD6-7993-C9E9-A648-2A2DEDDB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4.1. Processo de Ruído Reverso Condicional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CE0A455-6DEE-9CB6-1184-D84B45DA1775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92F5E6-A74A-AF83-0D5C-D5D6804D2438}"/>
              </a:ext>
            </a:extLst>
          </p:cNvPr>
          <p:cNvSpPr txBox="1"/>
          <p:nvPr/>
        </p:nvSpPr>
        <p:spPr>
          <a:xfrm>
            <a:off x="156000" y="1460621"/>
            <a:ext cx="11880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Objetivo:</a:t>
            </a:r>
            <a:r>
              <a:rPr lang="pt-BR" sz="1600" dirty="0">
                <a:solidFill>
                  <a:srgbClr val="0F2040"/>
                </a:solidFill>
              </a:rPr>
              <a:t> Transformar um modelo de difusão que gera imagens aleatórias (incondicional) num modelo que gera imagens de uma classe específica (condicional), como "gato" ou "cão".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Abordagem Teórica:</a:t>
            </a:r>
            <a:r>
              <a:rPr lang="pt-BR" sz="1600" dirty="0">
                <a:solidFill>
                  <a:srgbClr val="0F2040"/>
                </a:solidFill>
              </a:rPr>
              <a:t> A ideia é combinar a probabilidade do próximo passo do modelo de difusão com a probabilidade de a imagem pertencer à classe desejada, de acordo com um classificador.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 Problema:</a:t>
            </a:r>
            <a:r>
              <a:rPr lang="pt-BR" sz="1600" dirty="0">
                <a:solidFill>
                  <a:srgbClr val="0F2040"/>
                </a:solidFill>
              </a:rPr>
              <a:t> A distribuição de probabilidade que resulta desta combinação é matematicamente complexa e, na prática, é impossível amostrar a partir dela de forma exata.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 Solução (Aproximação):</a:t>
            </a:r>
            <a:r>
              <a:rPr lang="pt-BR" sz="1600" dirty="0">
                <a:solidFill>
                  <a:srgbClr val="0F2040"/>
                </a:solidFill>
              </a:rPr>
              <a:t> Os autores mostram que esta distribuição complexa pode ser aproximada por uma distribuição Gaussiana simples, muito semelhante à original do modelo de difusão.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 Resultado Prático:</a:t>
            </a:r>
            <a:r>
              <a:rPr lang="pt-BR" sz="1600" dirty="0">
                <a:solidFill>
                  <a:srgbClr val="0F2040"/>
                </a:solidFill>
              </a:rPr>
              <a:t> Esta aproximação resulta numa alteração simples: o processo de geração de imagem continua o mesmo, mas a cada passo, a sua "direção" (a média da distribuição) é ligeiramente deslocada.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 "Empurrãozinho" do Classificador:</a:t>
            </a:r>
            <a:r>
              <a:rPr lang="pt-BR" sz="1600" dirty="0">
                <a:solidFill>
                  <a:srgbClr val="0F2040"/>
                </a:solidFill>
              </a:rPr>
              <a:t> Este deslocamento é calculado usando os gradientes do classificador, funcionando como um "empurrãozinho" que guia a geração na direção da classe correta.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Ajuste Fino:</a:t>
            </a:r>
            <a:r>
              <a:rPr lang="pt-BR" sz="1600" dirty="0">
                <a:solidFill>
                  <a:srgbClr val="0F2040"/>
                </a:solidFill>
              </a:rPr>
              <a:t> É introduzido um fator de escala opcional para controlar a "força" deste empurrão, permitindo ajustar o quão forte é a influência do classificador.</a:t>
            </a:r>
          </a:p>
        </p:txBody>
      </p:sp>
    </p:spTree>
    <p:extLst>
      <p:ext uri="{BB962C8B-B14F-4D97-AF65-F5344CB8AC3E}">
        <p14:creationId xmlns:p14="http://schemas.microsoft.com/office/powerpoint/2010/main" val="253758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5D4D-CF02-8E47-46A5-D3FF1E18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D4D4C6C-8732-DA6D-6DD1-FA16B62E8E76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6DEFD2F-A846-1CAA-19E8-6DA030E6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 fontScale="90000"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4.2. Amostragem Condicional para DDIM (Modelos Implícitos de Difusão de Denoising)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10B0554-F9BD-BA37-172C-E7DEA0BBC1FF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66221E8-D955-93A9-FE5B-2C84CE79E3F3}"/>
                  </a:ext>
                </a:extLst>
              </p:cNvPr>
              <p:cNvSpPr txBox="1"/>
              <p:nvPr/>
            </p:nvSpPr>
            <p:spPr>
              <a:xfrm>
                <a:off x="156000" y="1829953"/>
                <a:ext cx="11880000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Limitação do Método Anterior: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A derivação anterior para a amostragem condicional não é válida para métodos de amostragem determinísticos, como o DDIM.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Nova Abordagem: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Para contornar essa limitação, os autores utilizam uma técnica de condicionamento baseada em "score", que aproveita a conexão entre os modelos de difusão e o score </a:t>
                </a:r>
                <a:r>
                  <a:rPr lang="pt-BR" sz="1600" dirty="0" err="1">
                    <a:solidFill>
                      <a:srgbClr val="0F2040"/>
                    </a:solidFill>
                  </a:rPr>
                  <a:t>matching</a:t>
                </a:r>
                <a:r>
                  <a:rPr lang="pt-BR" sz="1600" dirty="0">
                    <a:solidFill>
                      <a:srgbClr val="0F2040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Estratégia Central: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A ideia principal é que a predição de ruído do modelo (ϵ) pode ser usada para derivar uma "função de score".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Combinação de Orientações: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A função de score do modelo é então combinada com a função de score do classificador (seus gradientes) para criar um score conjunto.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Modificação da Predição de Ruído: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Este score combinado é usado para definir uma nova e modificada predição de ruído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600" i="1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pt-BR" sz="1600" dirty="0">
                    <a:solidFill>
                      <a:srgbClr val="0F2040"/>
                    </a:solidFill>
                  </a:rPr>
                  <a:t>), que agora incorpora a orientação do classificador.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600" dirty="0">
                  <a:solidFill>
                    <a:srgbClr val="0F204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b="1" dirty="0">
                    <a:solidFill>
                      <a:srgbClr val="0F2040"/>
                    </a:solidFill>
                  </a:rPr>
                  <a:t>Implementação Simples:</a:t>
                </a:r>
                <a:r>
                  <a:rPr lang="pt-BR" sz="1600" dirty="0">
                    <a:solidFill>
                      <a:srgbClr val="0F2040"/>
                    </a:solidFill>
                  </a:rPr>
                  <a:t> O procedimento de amostragem do DDIM permanece exatamente o mesmo; a única mudança é que, em cada passo, a predição de ruído original é substituída por esta nova versão "guiada". Este processo é resumido no Algoritmo 2 do artigo.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66221E8-D955-93A9-FE5B-2C84CE79E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00" y="1829953"/>
                <a:ext cx="11880000" cy="4278094"/>
              </a:xfrm>
              <a:prstGeom prst="rect">
                <a:avLst/>
              </a:prstGeom>
              <a:blipFill>
                <a:blip r:embed="rId2"/>
                <a:stretch>
                  <a:fillRect l="-205" t="-427"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06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7732B-9E50-7954-FCF1-2C91CACA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623EDE6-674F-B475-41D8-7CD222D235FC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42D3944-2AE4-5B94-C9A6-DB90AD55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4.3. Gradientes do Classificador de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95538A4-7259-1340-7040-ECCA504B8F2F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F52129-B827-EE3E-433E-DB74AC884505}"/>
              </a:ext>
            </a:extLst>
          </p:cNvPr>
          <p:cNvSpPr txBox="1"/>
          <p:nvPr/>
        </p:nvSpPr>
        <p:spPr>
          <a:xfrm>
            <a:off x="156000" y="1160992"/>
            <a:ext cx="1188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Implementação Prática:</a:t>
            </a:r>
            <a:r>
              <a:rPr lang="pt-BR" sz="1600" dirty="0">
                <a:solidFill>
                  <a:srgbClr val="0F2040"/>
                </a:solidFill>
              </a:rPr>
              <a:t> Para aplicar a técnica, os autores treinaram um classificador de imagens específico para a tarefa, utilizando uma arquitetura baseada no próprio modelo de difusão. Um detalhe crucial é que este classificador foi treinado com imagens ruidosas, para que pudesse "entender" e guiar o processo de remoção de ruído.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Descoberta da Escala de Gradiente:</a:t>
            </a:r>
            <a:r>
              <a:rPr lang="pt-BR" sz="1600" dirty="0">
                <a:solidFill>
                  <a:srgbClr val="0F2040"/>
                </a:solidFill>
              </a:rPr>
              <a:t> Nos primeiros testes, a influência do classificador era muito fraca e não produzia imagens visualmente corretas. A solução foi amplificar a "força" do classificador, multiplicando seus gradientes por um fator maior que 1. Isso resolveu o problema, gerando imagens muito mais fiéis à classe desejada.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 Efeito da Amplificação:</a:t>
            </a:r>
            <a:r>
              <a:rPr lang="pt-BR" sz="1600" dirty="0">
                <a:solidFill>
                  <a:srgbClr val="0F2040"/>
                </a:solidFill>
              </a:rPr>
              <a:t> Aumentar a escala da orientação faz com que o modelo se concentre mais intensamente nas características mais típicas de uma classe. Isso torna a distribuição de probabilidade mais "nítida", priorizando a qualidade.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 Trade-off: Fidelidade vs. Diversidade:</a:t>
            </a:r>
            <a:r>
              <a:rPr lang="pt-BR" sz="1600" dirty="0">
                <a:solidFill>
                  <a:srgbClr val="0F2040"/>
                </a:solidFill>
              </a:rPr>
              <a:t> A técnica introduz um controle direto sobre a troca entre qualidade e variedade: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05007B6-C6FC-387A-F7E4-D32FD84F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" y="4597810"/>
            <a:ext cx="8142514" cy="19734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534095D-2A0F-69E3-9D87-CAB309BE9BFB}"/>
              </a:ext>
            </a:extLst>
          </p:cNvPr>
          <p:cNvSpPr txBox="1"/>
          <p:nvPr/>
        </p:nvSpPr>
        <p:spPr>
          <a:xfrm>
            <a:off x="8120743" y="4307279"/>
            <a:ext cx="40494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rgbClr val="0F2040"/>
                </a:solidFill>
              </a:rPr>
              <a:t>Figure 3: Amostras de um modelo de difusão incondicional com guia de classificador para condicionamento na classe "Pembroke Welsh </a:t>
            </a:r>
            <a:r>
              <a:rPr lang="pt-BR" sz="1600" dirty="0" err="1">
                <a:solidFill>
                  <a:srgbClr val="0F2040"/>
                </a:solidFill>
              </a:rPr>
              <a:t>Corgi</a:t>
            </a:r>
            <a:r>
              <a:rPr lang="pt-BR" sz="1600" dirty="0">
                <a:solidFill>
                  <a:srgbClr val="0F2040"/>
                </a:solidFill>
              </a:rPr>
              <a:t>". Usar a escala de classificador 1.0 (esquerda; FID: 33.0) não produz amostras convincentes nesta classe, enquanto a escala de classificador 10.0 (direita; FID: 12.0) produz imagens muito mais consistentes com a classe.</a:t>
            </a:r>
          </a:p>
        </p:txBody>
      </p:sp>
    </p:spTree>
    <p:extLst>
      <p:ext uri="{BB962C8B-B14F-4D97-AF65-F5344CB8AC3E}">
        <p14:creationId xmlns:p14="http://schemas.microsoft.com/office/powerpoint/2010/main" val="84696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B209-AABC-5898-7778-5A72612E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E8DF44-D6F4-91D3-3BBE-176B1840BD96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28D430F-138F-415D-5791-DFC80D55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4.3. Gradientes do Classificador de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392854-5392-C714-975A-82857B4BAFA0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4162CB7-3938-01B5-06E9-DC55911AFCC7}"/>
              </a:ext>
            </a:extLst>
          </p:cNvPr>
          <p:cNvGrpSpPr/>
          <p:nvPr/>
        </p:nvGrpSpPr>
        <p:grpSpPr>
          <a:xfrm>
            <a:off x="156000" y="1498750"/>
            <a:ext cx="11880000" cy="4940501"/>
            <a:chOff x="156000" y="1142588"/>
            <a:chExt cx="11880000" cy="4940501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CDF0112F-D985-6FB1-4380-FC25C17D4415}"/>
                </a:ext>
              </a:extLst>
            </p:cNvPr>
            <p:cNvSpPr txBox="1"/>
            <p:nvPr/>
          </p:nvSpPr>
          <p:spPr>
            <a:xfrm>
              <a:off x="156000" y="1142588"/>
              <a:ext cx="11880000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>
                  <a:solidFill>
                    <a:srgbClr val="0F2040"/>
                  </a:solidFill>
                </a:rPr>
                <a:t>Maior escala:</a:t>
              </a:r>
              <a:r>
                <a:rPr lang="pt-BR" sz="1600" dirty="0">
                  <a:solidFill>
                    <a:srgbClr val="0F2040"/>
                  </a:solidFill>
                </a:rPr>
                <a:t> Resulta em imagens de maior fidelidade (mais realistas e corretas), mas com menos diversidade (menos variações de pose, fundo, etc.).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rgbClr val="0F204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>
                  <a:solidFill>
                    <a:srgbClr val="0F2040"/>
                  </a:solidFill>
                </a:rPr>
                <a:t>Menor escala:</a:t>
              </a:r>
              <a:r>
                <a:rPr lang="pt-BR" sz="1600" dirty="0">
                  <a:solidFill>
                    <a:srgbClr val="0F2040"/>
                  </a:solidFill>
                </a:rPr>
                <a:t> Resulta em mais diversidade, mas com menor fidelidade.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rgbClr val="0F204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>
                  <a:solidFill>
                    <a:srgbClr val="0F2040"/>
                  </a:solidFill>
                </a:rPr>
                <a:t>Flexibilidade de Uso:</a:t>
              </a:r>
              <a:r>
                <a:rPr lang="pt-BR" sz="1600" dirty="0">
                  <a:solidFill>
                    <a:srgbClr val="0F2040"/>
                  </a:solidFill>
                </a:rPr>
                <a:t> A orientação por classificador funciona tanto para modelos que geram imagens aleatórias quanto para aqueles que já são treinados para gerar classes específicas, melhorando ainda mais os resultados destes últimos.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rgbClr val="0F204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b="1" dirty="0">
                  <a:solidFill>
                    <a:srgbClr val="0F2040"/>
                  </a:solidFill>
                </a:rPr>
                <a:t>Comparação com </a:t>
              </a:r>
              <a:r>
                <a:rPr lang="pt-BR" sz="1600" b="1" dirty="0" err="1">
                  <a:solidFill>
                    <a:srgbClr val="0F2040"/>
                  </a:solidFill>
                </a:rPr>
                <a:t>GANs</a:t>
              </a:r>
              <a:r>
                <a:rPr lang="pt-BR" sz="1600" b="1" dirty="0">
                  <a:solidFill>
                    <a:srgbClr val="0F2040"/>
                  </a:solidFill>
                </a:rPr>
                <a:t>:</a:t>
              </a:r>
              <a:r>
                <a:rPr lang="pt-BR" sz="1600" dirty="0">
                  <a:solidFill>
                    <a:srgbClr val="0F2040"/>
                  </a:solidFill>
                </a:rPr>
                <a:t> Quando comparada ao "truque de truncamento" da </a:t>
              </a:r>
              <a:r>
                <a:rPr lang="pt-BR" sz="1600" dirty="0" err="1">
                  <a:solidFill>
                    <a:srgbClr val="0F2040"/>
                  </a:solidFill>
                </a:rPr>
                <a:t>BigGAN</a:t>
              </a:r>
              <a:r>
                <a:rPr lang="pt-BR" sz="1600" dirty="0">
                  <a:solidFill>
                    <a:srgbClr val="0F2040"/>
                  </a:solidFill>
                </a:rPr>
                <a:t>, a orientação por classificador se mostrou uma ferramenta superior para otimizar a qualidade geral da imagem. Ela oferece um melhor equilíbrio no compromisso entre fidelidade e diversidade.</a:t>
              </a:r>
            </a:p>
          </p:txBody>
        </p: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C1284A81-F8B0-7F21-A8CE-30B6109AE78D}"/>
                </a:ext>
              </a:extLst>
            </p:cNvPr>
            <p:cNvGrpSpPr/>
            <p:nvPr/>
          </p:nvGrpSpPr>
          <p:grpSpPr>
            <a:xfrm>
              <a:off x="696700" y="4386427"/>
              <a:ext cx="10798600" cy="1696662"/>
              <a:chOff x="972837" y="4157825"/>
              <a:chExt cx="10798600" cy="1696662"/>
            </a:xfrm>
          </p:grpSpPr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2176F0CC-A0F8-ADC8-4970-16B5F26C7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2837" y="4157825"/>
                <a:ext cx="6483878" cy="1696662"/>
              </a:xfrm>
              <a:prstGeom prst="rect">
                <a:avLst/>
              </a:prstGeom>
            </p:spPr>
          </p:pic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5A631F3-4F85-0E0A-4D3D-290871C1CC5B}"/>
                  </a:ext>
                </a:extLst>
              </p:cNvPr>
              <p:cNvSpPr txBox="1"/>
              <p:nvPr/>
            </p:nvSpPr>
            <p:spPr>
              <a:xfrm>
                <a:off x="7721952" y="4221326"/>
                <a:ext cx="404948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>
                    <a:solidFill>
                      <a:srgbClr val="0F2040"/>
                    </a:solidFill>
                  </a:rPr>
                  <a:t>Tabela 4: Efeito da orientação do classificador na qualidade da amostra. Ambos os modelos, condicional e incondicional, foram treinados por 2M de iterações em ImageNet256x256 com um tamanho de lote de 256.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65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39E4-7ADE-DF68-F8A4-E38D1DB1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FB3E115-B676-ECEC-5D89-FCCDC2922A15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4D1BF95-C1C6-02A5-B5EF-A2228AC0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4.3. Gradientes do Classificador de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BDF77D5-E74A-7974-A17C-A5CF39DDF6D5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1AFA9F4-958B-CDB0-CB28-AF893F677467}"/>
              </a:ext>
            </a:extLst>
          </p:cNvPr>
          <p:cNvGrpSpPr/>
          <p:nvPr/>
        </p:nvGrpSpPr>
        <p:grpSpPr>
          <a:xfrm>
            <a:off x="119743" y="1560243"/>
            <a:ext cx="11832772" cy="2354020"/>
            <a:chOff x="119743" y="1560243"/>
            <a:chExt cx="11832772" cy="2354020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DEBD98E-28C2-B915-F1E0-F29348834226}"/>
                </a:ext>
              </a:extLst>
            </p:cNvPr>
            <p:cNvSpPr txBox="1"/>
            <p:nvPr/>
          </p:nvSpPr>
          <p:spPr>
            <a:xfrm>
              <a:off x="8991587" y="1829312"/>
              <a:ext cx="296092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Figura 4: Mudança na qualidade da amostra à medida que variamos a escala dos gradientes do classificador para um modelo ImageNet128x128 condicional à classe.</a:t>
              </a: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78BE7290-153D-E454-0DB4-9F434F06F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43" y="1560243"/>
              <a:ext cx="8730344" cy="2354020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AD425D7-F144-5581-C0C5-387E613C1B88}"/>
              </a:ext>
            </a:extLst>
          </p:cNvPr>
          <p:cNvGrpSpPr/>
          <p:nvPr/>
        </p:nvGrpSpPr>
        <p:grpSpPr>
          <a:xfrm>
            <a:off x="835494" y="4363402"/>
            <a:ext cx="10521013" cy="2062103"/>
            <a:chOff x="1235543" y="4363402"/>
            <a:chExt cx="10521013" cy="206210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35B41D8-73AB-DD8D-CBFF-D21FE53F6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5543" y="4378954"/>
              <a:ext cx="6324600" cy="2030999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D1FE3C7-1ACA-E80D-98AF-A933FB854046}"/>
                </a:ext>
              </a:extLst>
            </p:cNvPr>
            <p:cNvSpPr txBox="1"/>
            <p:nvPr/>
          </p:nvSpPr>
          <p:spPr>
            <a:xfrm>
              <a:off x="7707071" y="4363402"/>
              <a:ext cx="4049485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Figura 5: Trade-</a:t>
              </a:r>
              <a:r>
                <a:rPr lang="pt-BR" sz="1600" dirty="0" err="1">
                  <a:solidFill>
                    <a:srgbClr val="0F2040"/>
                  </a:solidFill>
                </a:rPr>
                <a:t>offs</a:t>
              </a:r>
              <a:r>
                <a:rPr lang="pt-BR" sz="1600" dirty="0">
                  <a:solidFill>
                    <a:srgbClr val="0F2040"/>
                  </a:solidFill>
                </a:rPr>
                <a:t> ao variar a truncagem para </a:t>
              </a:r>
              <a:r>
                <a:rPr lang="pt-BR" sz="1600" dirty="0" err="1">
                  <a:solidFill>
                    <a:srgbClr val="0F2040"/>
                  </a:solidFill>
                </a:rPr>
                <a:t>BigGAN-deep</a:t>
              </a:r>
              <a:r>
                <a:rPr lang="pt-BR" sz="1600" dirty="0">
                  <a:solidFill>
                    <a:srgbClr val="0F2040"/>
                  </a:solidFill>
                </a:rPr>
                <a:t> e a escala de gradientes para orientação do classificador. Os modelos são avaliados em ImageNet128x128. Os resultados do </a:t>
              </a:r>
              <a:r>
                <a:rPr lang="pt-BR" sz="1600" dirty="0" err="1">
                  <a:solidFill>
                    <a:srgbClr val="0F2040"/>
                  </a:solidFill>
                </a:rPr>
                <a:t>BigGAN-deep</a:t>
              </a:r>
              <a:r>
                <a:rPr lang="pt-BR" sz="1600" dirty="0">
                  <a:solidFill>
                    <a:srgbClr val="0F2040"/>
                  </a:solidFill>
                </a:rPr>
                <a:t> foram reproduzidos usando o modelo </a:t>
              </a:r>
              <a:r>
                <a:rPr lang="pt-BR" sz="1600" dirty="0" err="1">
                  <a:solidFill>
                    <a:srgbClr val="0F2040"/>
                  </a:solidFill>
                </a:rPr>
                <a:t>TFHub</a:t>
              </a:r>
              <a:r>
                <a:rPr lang="pt-BR" sz="1600" dirty="0">
                  <a:solidFill>
                    <a:srgbClr val="0F2040"/>
                  </a:solidFill>
                </a:rPr>
                <a:t> [12] em níveis de truncagem [0,1,0,2,0,3,...1,0].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169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C2A4-8606-28B3-B88C-64694DAD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5886D36-3969-D718-6D90-C0F9F8C2689F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72CC806-CCAB-D7D9-8BB8-9B467447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5. Resultados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E30106A-9387-4D9E-535E-F020D9235A35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CD326B-2A48-FD2D-656E-10840BA09B8E}"/>
              </a:ext>
            </a:extLst>
          </p:cNvPr>
          <p:cNvSpPr txBox="1"/>
          <p:nvPr/>
        </p:nvSpPr>
        <p:spPr>
          <a:xfrm>
            <a:off x="156000" y="1288322"/>
            <a:ext cx="1188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F2040"/>
                </a:solidFill>
              </a:rPr>
              <a:t>Para avaliar nossa arquitetura de modelo aprimorada na geração de imagens incondicional, treinamos modelos de difusão separados em três classes do LSUN: quarto, cavalo e gato. Para avaliar a orientação por classificador, treinamos modelos de difusão condicionais no </a:t>
            </a:r>
            <a:r>
              <a:rPr lang="pt-BR" sz="1600" dirty="0" err="1">
                <a:solidFill>
                  <a:srgbClr val="0F2040"/>
                </a:solidFill>
              </a:rPr>
              <a:t>ImageNet</a:t>
            </a:r>
            <a:r>
              <a:rPr lang="pt-BR" sz="1600" dirty="0">
                <a:solidFill>
                  <a:srgbClr val="0F2040"/>
                </a:solidFill>
              </a:rPr>
              <a:t> nas resoluções 128x128, 256x256 e 512x512.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142F2FA-ABB0-B290-D7E3-4F91575B26F8}"/>
              </a:ext>
            </a:extLst>
          </p:cNvPr>
          <p:cNvGrpSpPr/>
          <p:nvPr/>
        </p:nvGrpSpPr>
        <p:grpSpPr>
          <a:xfrm>
            <a:off x="783583" y="2354346"/>
            <a:ext cx="10624835" cy="4285638"/>
            <a:chOff x="362626" y="2354346"/>
            <a:chExt cx="10624835" cy="4285638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7CDDCB00-8578-FAEF-138B-FFD74EC7D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626" y="2354346"/>
              <a:ext cx="6397402" cy="4285638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50BDEBD-0D9D-677B-1569-7BE0C0F4994A}"/>
                </a:ext>
              </a:extLst>
            </p:cNvPr>
            <p:cNvSpPr txBox="1"/>
            <p:nvPr/>
          </p:nvSpPr>
          <p:spPr>
            <a:xfrm>
              <a:off x="6937976" y="2358118"/>
              <a:ext cx="4049485" cy="4278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Tabela 5: Comparação da qualidade da amostra com modelos generativos de ponta para cada tarefa. ADM refere-se ao nosso modelo de difusão </a:t>
              </a:r>
              <a:r>
                <a:rPr lang="pt-BR" sz="1600" dirty="0" err="1">
                  <a:solidFill>
                    <a:srgbClr val="0F2040"/>
                  </a:solidFill>
                </a:rPr>
                <a:t>ablatado</a:t>
              </a:r>
              <a:r>
                <a:rPr lang="pt-BR" sz="1600" dirty="0">
                  <a:solidFill>
                    <a:srgbClr val="0F2040"/>
                  </a:solidFill>
                </a:rPr>
                <a:t> e ADM-G adicionalmente usa a orientação do classificador. Os modelos de difusão LSUN são amostrados usando 1.000 etapas (veja Apêndice J). Os modelos de difusão </a:t>
              </a:r>
              <a:r>
                <a:rPr lang="pt-BR" sz="1600" dirty="0" err="1">
                  <a:solidFill>
                    <a:srgbClr val="0F2040"/>
                  </a:solidFill>
                </a:rPr>
                <a:t>ImageNet</a:t>
              </a:r>
              <a:r>
                <a:rPr lang="pt-BR" sz="1600" dirty="0">
                  <a:solidFill>
                    <a:srgbClr val="0F2040"/>
                  </a:solidFill>
                </a:rPr>
                <a:t> são amostrados usando 250 etapas, exceto quando usamos o amostrador DDIM com 25 etapas. Nenhum modelo </a:t>
              </a:r>
              <a:r>
                <a:rPr lang="pt-BR" sz="1600" dirty="0" err="1">
                  <a:solidFill>
                    <a:srgbClr val="0F2040"/>
                  </a:solidFill>
                </a:rPr>
                <a:t>BigGAN-deep</a:t>
              </a:r>
              <a:r>
                <a:rPr lang="pt-BR" sz="1600" dirty="0">
                  <a:solidFill>
                    <a:srgbClr val="0F2040"/>
                  </a:solidFill>
                </a:rPr>
                <a:t> estava disponível nesta resolução, então treinamos o nosso próprio. Os valores são retirados de um artigo anterior, devido à falta de modelos ou amostras públicas. Os resultados usam pilhas de duas resoluções.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601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B2915-7E30-3CDC-D5E3-EE729014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FF97EFE-BC55-4241-A211-E7B1B0851DC1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D02AF08-B177-CA27-F0BA-32D87C80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5.1. Estado da Arte da Síntese de Imagem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68D7D4-1E80-7153-77AA-F5FCDDD6B98A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F3952D-D736-4E40-D005-6D80C25AAFCC}"/>
              </a:ext>
            </a:extLst>
          </p:cNvPr>
          <p:cNvSpPr txBox="1"/>
          <p:nvPr/>
        </p:nvSpPr>
        <p:spPr>
          <a:xfrm>
            <a:off x="156000" y="1706843"/>
            <a:ext cx="1188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Resultados de Destaque:</a:t>
            </a:r>
            <a:r>
              <a:rPr lang="pt-BR" sz="1600" dirty="0">
                <a:solidFill>
                  <a:srgbClr val="0F2040"/>
                </a:solidFill>
              </a:rPr>
              <a:t> Os modelos de difusão propostos alcançaram os melhores resultados (menor pontuação FID, como visto na Tabela 5) em quase todas as tarefas, estabelecendo um novo estado-da-arte na geração de imagens.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Impacto da Arquitetura Aprimorada:</a:t>
            </a:r>
            <a:r>
              <a:rPr lang="pt-BR" sz="1600" dirty="0">
                <a:solidFill>
                  <a:srgbClr val="0F2040"/>
                </a:solidFill>
              </a:rPr>
              <a:t> Apenas a melhoria na arquitetura do modelo já foi suficiente para superar os concorrentes nos </a:t>
            </a:r>
            <a:r>
              <a:rPr lang="pt-BR" sz="1600" dirty="0" err="1">
                <a:solidFill>
                  <a:srgbClr val="0F2040"/>
                </a:solidFill>
              </a:rPr>
              <a:t>datasets</a:t>
            </a:r>
            <a:r>
              <a:rPr lang="pt-BR" sz="1600" dirty="0">
                <a:solidFill>
                  <a:srgbClr val="0F2040"/>
                </a:solidFill>
              </a:rPr>
              <a:t> LSUN e </a:t>
            </a:r>
            <a:r>
              <a:rPr lang="pt-BR" sz="1600" dirty="0" err="1">
                <a:solidFill>
                  <a:srgbClr val="0F2040"/>
                </a:solidFill>
              </a:rPr>
              <a:t>ImageNet</a:t>
            </a:r>
            <a:r>
              <a:rPr lang="pt-BR" sz="1600" dirty="0">
                <a:solidFill>
                  <a:srgbClr val="0F2040"/>
                </a:solidFill>
              </a:rPr>
              <a:t> 64x64.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Eficiência da Orientação por Classificador:</a:t>
            </a:r>
            <a:r>
              <a:rPr lang="pt-BR" sz="1600" dirty="0">
                <a:solidFill>
                  <a:srgbClr val="0F2040"/>
                </a:solidFill>
              </a:rPr>
              <a:t> Em </a:t>
            </a:r>
            <a:r>
              <a:rPr lang="pt-BR" sz="1600" dirty="0" err="1">
                <a:solidFill>
                  <a:srgbClr val="0F2040"/>
                </a:solidFill>
              </a:rPr>
              <a:t>datasets</a:t>
            </a:r>
            <a:r>
              <a:rPr lang="pt-BR" sz="1600" dirty="0">
                <a:solidFill>
                  <a:srgbClr val="0F2040"/>
                </a:solidFill>
              </a:rPr>
              <a:t> de maior resolução (como </a:t>
            </a:r>
            <a:r>
              <a:rPr lang="pt-BR" sz="1600" dirty="0" err="1">
                <a:solidFill>
                  <a:srgbClr val="0F2040"/>
                </a:solidFill>
              </a:rPr>
              <a:t>ImageNet</a:t>
            </a:r>
            <a:r>
              <a:rPr lang="pt-BR" sz="1600" dirty="0">
                <a:solidFill>
                  <a:srgbClr val="0F2040"/>
                </a:solidFill>
              </a:rPr>
              <a:t> 128x128 e superiores), a técnica de "orientação por classificador" foi crucial para superar substancialmente as melhores </a:t>
            </a:r>
            <a:r>
              <a:rPr lang="pt-BR" sz="1600" dirty="0" err="1">
                <a:solidFill>
                  <a:srgbClr val="0F2040"/>
                </a:solidFill>
              </a:rPr>
              <a:t>GANs</a:t>
            </a:r>
            <a:r>
              <a:rPr lang="pt-BR" sz="1600" dirty="0">
                <a:solidFill>
                  <a:srgbClr val="0F204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Qualidade e Diversidade Superiores:</a:t>
            </a:r>
            <a:r>
              <a:rPr lang="pt-BR" sz="1600" dirty="0">
                <a:solidFill>
                  <a:srgbClr val="0F2040"/>
                </a:solidFill>
              </a:rPr>
              <a:t> As imagens geradas (Figura 6) têm uma qualidade visual comparável às das </a:t>
            </a:r>
            <a:r>
              <a:rPr lang="pt-BR" sz="1600" dirty="0" err="1">
                <a:solidFill>
                  <a:srgbClr val="0F2040"/>
                </a:solidFill>
              </a:rPr>
              <a:t>GANs</a:t>
            </a:r>
            <a:r>
              <a:rPr lang="pt-BR" sz="1600" dirty="0">
                <a:solidFill>
                  <a:srgbClr val="0F2040"/>
                </a:solidFill>
              </a:rPr>
              <a:t>, mas apresentam uma diversidade significativamente maior (recall mais alto). Isto é visível em amostras mais variadas, como flamingos sozinhos ou diferentes ângulos de cheeseburgers, ao contrário das composições mais "típicas" das </a:t>
            </a:r>
            <a:r>
              <a:rPr lang="pt-BR" sz="1600" dirty="0" err="1">
                <a:solidFill>
                  <a:srgbClr val="0F2040"/>
                </a:solidFill>
              </a:rPr>
              <a:t>GANs</a:t>
            </a:r>
            <a:r>
              <a:rPr lang="pt-BR" sz="1600" dirty="0">
                <a:solidFill>
                  <a:srgbClr val="0F204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Geração Rápida:</a:t>
            </a:r>
            <a:r>
              <a:rPr lang="pt-BR" sz="1600" dirty="0">
                <a:solidFill>
                  <a:srgbClr val="0F2040"/>
                </a:solidFill>
              </a:rPr>
              <a:t> O modelo é eficiente, conseguindo alcançar resultados de alta qualidade com apenas 25 passos de difusão, o que acelera o processo de amostragem.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Originalidade Verificada:</a:t>
            </a:r>
            <a:r>
              <a:rPr lang="pt-BR" sz="1600" dirty="0">
                <a:solidFill>
                  <a:srgbClr val="0F2040"/>
                </a:solidFill>
              </a:rPr>
              <a:t> Foi confirmado que as imagens geradas são originais e não meras cópias do </a:t>
            </a:r>
            <a:r>
              <a:rPr lang="pt-BR" sz="1600" dirty="0" err="1">
                <a:solidFill>
                  <a:srgbClr val="0F2040"/>
                </a:solidFill>
              </a:rPr>
              <a:t>dataset</a:t>
            </a:r>
            <a:r>
              <a:rPr lang="pt-BR" sz="1600" dirty="0">
                <a:solidFill>
                  <a:srgbClr val="0F2040"/>
                </a:solidFill>
              </a:rPr>
              <a:t> de treino, através da análise dos "vizinhos mais próximos".</a:t>
            </a:r>
          </a:p>
        </p:txBody>
      </p:sp>
    </p:spTree>
    <p:extLst>
      <p:ext uri="{BB962C8B-B14F-4D97-AF65-F5344CB8AC3E}">
        <p14:creationId xmlns:p14="http://schemas.microsoft.com/office/powerpoint/2010/main" val="154090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3ED0-89A3-AB7C-E827-2703CEC0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03EB1D1-8543-354D-162C-1017781ABFCC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7FD934E-1131-B707-A2D7-92252390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5.1. Estado da Arte da Síntese de Imagem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E8F64DF-05C5-D68C-EDAF-008700E8AB51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DD17F6F-E31C-33A1-2C3F-20DB6A89B24A}"/>
              </a:ext>
            </a:extLst>
          </p:cNvPr>
          <p:cNvGrpSpPr/>
          <p:nvPr/>
        </p:nvGrpSpPr>
        <p:grpSpPr>
          <a:xfrm>
            <a:off x="350568" y="1265348"/>
            <a:ext cx="11490865" cy="5407304"/>
            <a:chOff x="135075" y="1259999"/>
            <a:chExt cx="11490865" cy="5407304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9B0A699-AA5A-60FE-F5C2-A667AB061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075" y="1259999"/>
              <a:ext cx="8301354" cy="5407304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7374116-56A6-7EE4-07C9-6DB33A17E7FF}"/>
                </a:ext>
              </a:extLst>
            </p:cNvPr>
            <p:cNvSpPr txBox="1"/>
            <p:nvPr/>
          </p:nvSpPr>
          <p:spPr>
            <a:xfrm>
              <a:off x="8643255" y="3055710"/>
              <a:ext cx="298268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Figura 6: Amostras do </a:t>
              </a:r>
              <a:r>
                <a:rPr lang="pt-BR" sz="1600" dirty="0" err="1">
                  <a:solidFill>
                    <a:srgbClr val="0F2040"/>
                  </a:solidFill>
                </a:rPr>
                <a:t>BigGAN-deep</a:t>
              </a:r>
              <a:r>
                <a:rPr lang="pt-BR" sz="1600" dirty="0">
                  <a:solidFill>
                    <a:srgbClr val="0F2040"/>
                  </a:solidFill>
                </a:rPr>
                <a:t> com truncamento 1.0 (FID 6.95, à esquerda) vs. amostras do nosso modelo de difusão com orientação (FID 4.59, ao centro) e amostras do conjunto de treinamento (à direita).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903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1505-C3DB-5F1A-5E64-4F1755EF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56C8DD-1EC6-0DDB-8710-1922BAA417D6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80892A-31DD-F148-7D27-2054FD0E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5.2. Comparação com Upsampling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81C845-8DB8-2D21-DC4A-799D41F1E3B1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4ED083-AB16-DF6E-DAAD-7A9D3D48C797}"/>
              </a:ext>
            </a:extLst>
          </p:cNvPr>
          <p:cNvSpPr txBox="1"/>
          <p:nvPr/>
        </p:nvSpPr>
        <p:spPr>
          <a:xfrm>
            <a:off x="156000" y="1706843"/>
            <a:ext cx="1188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Técnica Alternativa - </a:t>
            </a:r>
            <a:r>
              <a:rPr lang="pt-BR" sz="1600" b="1" dirty="0" err="1">
                <a:solidFill>
                  <a:srgbClr val="0F2040"/>
                </a:solidFill>
              </a:rPr>
              <a:t>Upsampling</a:t>
            </a:r>
            <a:r>
              <a:rPr lang="pt-BR" sz="1600" b="1" dirty="0">
                <a:solidFill>
                  <a:srgbClr val="0F2040"/>
                </a:solidFill>
              </a:rPr>
              <a:t>:</a:t>
            </a:r>
            <a:r>
              <a:rPr lang="pt-BR" sz="1600" dirty="0">
                <a:solidFill>
                  <a:srgbClr val="0F2040"/>
                </a:solidFill>
              </a:rPr>
              <a:t> Além da "orientação", existe outra técnica para melhorar a qualidade das imagens, chamada 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. É um processo de dois estágios: primeiro, um modelo gera uma imagem em baixa resolução e, em seguida, um segundo modelo especializado aumenta a resolução dessa imagem.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Limitação do </a:t>
            </a:r>
            <a:r>
              <a:rPr lang="pt-BR" sz="1600" b="1" dirty="0" err="1">
                <a:solidFill>
                  <a:srgbClr val="0F2040"/>
                </a:solidFill>
              </a:rPr>
              <a:t>Upsampling</a:t>
            </a:r>
            <a:r>
              <a:rPr lang="pt-BR" sz="1600" b="1" dirty="0">
                <a:solidFill>
                  <a:srgbClr val="0F2040"/>
                </a:solidFill>
              </a:rPr>
              <a:t> Sozinho:</a:t>
            </a:r>
            <a:r>
              <a:rPr lang="pt-BR" sz="1600" dirty="0">
                <a:solidFill>
                  <a:srgbClr val="0F2040"/>
                </a:solidFill>
              </a:rPr>
              <a:t> Embora o 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 melhore a qualidade da imagem, por si só não foi suficiente para superar os modelos de topo, como a </a:t>
            </a:r>
            <a:r>
              <a:rPr lang="pt-BR" sz="1600" dirty="0" err="1">
                <a:solidFill>
                  <a:srgbClr val="0F2040"/>
                </a:solidFill>
              </a:rPr>
              <a:t>BigGAN-deep</a:t>
            </a:r>
            <a:r>
              <a:rPr lang="pt-BR" sz="1600" dirty="0">
                <a:solidFill>
                  <a:srgbClr val="0F204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Efeitos Diferentes e Complementares:</a:t>
            </a:r>
            <a:r>
              <a:rPr lang="pt-BR" sz="1600" dirty="0">
                <a:solidFill>
                  <a:srgbClr val="0F2040"/>
                </a:solidFill>
              </a:rPr>
              <a:t> A "orientação" e o "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" melhoram a qualidade da imagem de formas distintas: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O 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 melhora a precisão (fidelidade da imagem) mantendo uma alta diversidade.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A Orientação funciona como um "botão de ajuste", permitindo sacrificar a diversidade para obter uma precisão muito maior.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A Combinação Vencedora:</a:t>
            </a:r>
            <a:r>
              <a:rPr lang="pt-BR" sz="1600" dirty="0">
                <a:solidFill>
                  <a:srgbClr val="0F2040"/>
                </a:solidFill>
              </a:rPr>
              <a:t> A melhor abordagem encontrada foi a combinação das duas técnicas. O processo ideal é: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Usar a orientação por classificador para gerar uma imagem de alta qualidade em baixa resolução.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Em seguida, usar o modelo de 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 para aumentar a resolução dessa imagem.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rgbClr val="0F2040"/>
                </a:solidFill>
              </a:rPr>
              <a:t>Isso demonstra que as duas abordagens não são concorrentes, mas sim complementares, funcionando melhor quando usadas em conjunto.</a:t>
            </a:r>
          </a:p>
        </p:txBody>
      </p:sp>
    </p:spTree>
    <p:extLst>
      <p:ext uri="{BB962C8B-B14F-4D97-AF65-F5344CB8AC3E}">
        <p14:creationId xmlns:p14="http://schemas.microsoft.com/office/powerpoint/2010/main" val="18075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897D-D41F-5C4F-D3C4-33A496FE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6F179CA-1FB1-7CDC-B346-A4004CAE2860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BC159AF-DAAF-D2F8-F904-B3F3761F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5.2. Comparação com Upsampling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FCD8950-133D-4F48-52C9-162A098EF485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04360F8-8512-4F85-1474-177CBE478901}"/>
              </a:ext>
            </a:extLst>
          </p:cNvPr>
          <p:cNvGrpSpPr/>
          <p:nvPr/>
        </p:nvGrpSpPr>
        <p:grpSpPr>
          <a:xfrm>
            <a:off x="985158" y="1475737"/>
            <a:ext cx="10221685" cy="4986526"/>
            <a:chOff x="283029" y="1721958"/>
            <a:chExt cx="10221685" cy="498652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792A0E51-965C-C101-CBD2-9D9BFD6F8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163" y="1721958"/>
              <a:ext cx="6895416" cy="3386747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D3BFEFD-2D0C-36D6-9411-66F185F233D0}"/>
                </a:ext>
              </a:extLst>
            </p:cNvPr>
            <p:cNvSpPr txBox="1"/>
            <p:nvPr/>
          </p:nvSpPr>
          <p:spPr>
            <a:xfrm>
              <a:off x="283029" y="5385045"/>
              <a:ext cx="1022168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0F2040"/>
                  </a:solidFill>
                </a:rPr>
                <a:t>Tabela 6: Comparando nossos modelos únicos, de </a:t>
              </a:r>
              <a:r>
                <a:rPr lang="pt-BR" sz="1600" dirty="0" err="1">
                  <a:solidFill>
                    <a:srgbClr val="0F2040"/>
                  </a:solidFill>
                </a:rPr>
                <a:t>superamostragem</a:t>
              </a:r>
              <a:r>
                <a:rPr lang="pt-BR" sz="1600" dirty="0">
                  <a:solidFill>
                    <a:srgbClr val="0F2040"/>
                  </a:solidFill>
                </a:rPr>
                <a:t> e com orientação de classificador. Para a </a:t>
              </a:r>
              <a:r>
                <a:rPr lang="pt-BR" sz="1600" dirty="0" err="1">
                  <a:solidFill>
                    <a:srgbClr val="0F2040"/>
                  </a:solidFill>
                </a:rPr>
                <a:t>superamostragem</a:t>
              </a:r>
              <a:r>
                <a:rPr lang="pt-BR" sz="1600" dirty="0">
                  <a:solidFill>
                    <a:srgbClr val="0F2040"/>
                  </a:solidFill>
                </a:rPr>
                <a:t>, usamos a pilha de </a:t>
              </a:r>
              <a:r>
                <a:rPr lang="pt-BR" sz="1600" dirty="0" err="1">
                  <a:solidFill>
                    <a:srgbClr val="0F2040"/>
                  </a:solidFill>
                </a:rPr>
                <a:t>superamostragem</a:t>
              </a:r>
              <a:r>
                <a:rPr lang="pt-BR" sz="1600" dirty="0">
                  <a:solidFill>
                    <a:srgbClr val="0F2040"/>
                  </a:solidFill>
                </a:rPr>
                <a:t> de </a:t>
              </a:r>
              <a:r>
                <a:rPr lang="pt-BR" sz="1600" dirty="0" err="1">
                  <a:solidFill>
                    <a:srgbClr val="0F2040"/>
                  </a:solidFill>
                </a:rPr>
                <a:t>Nichol</a:t>
              </a:r>
              <a:r>
                <a:rPr lang="pt-BR" sz="1600" dirty="0">
                  <a:solidFill>
                    <a:srgbClr val="0F2040"/>
                  </a:solidFill>
                </a:rPr>
                <a:t> e </a:t>
              </a:r>
              <a:r>
                <a:rPr lang="pt-BR" sz="1600" dirty="0" err="1">
                  <a:solidFill>
                    <a:srgbClr val="0F2040"/>
                  </a:solidFill>
                </a:rPr>
                <a:t>Dhariwal</a:t>
              </a:r>
              <a:r>
                <a:rPr lang="pt-BR" sz="1600" dirty="0">
                  <a:solidFill>
                    <a:srgbClr val="0F2040"/>
                  </a:solidFill>
                </a:rPr>
                <a:t> [43] combinada com as melhorias em nossa arquitetura, que nos referimos como ADM-U. A resolução base para os modelos de </a:t>
              </a:r>
              <a:r>
                <a:rPr lang="pt-BR" sz="1600" dirty="0" err="1">
                  <a:solidFill>
                    <a:srgbClr val="0F2040"/>
                  </a:solidFill>
                </a:rPr>
                <a:t>superamostragem</a:t>
              </a:r>
              <a:r>
                <a:rPr lang="pt-BR" sz="1600" dirty="0">
                  <a:solidFill>
                    <a:srgbClr val="0F2040"/>
                  </a:solidFill>
                </a:rPr>
                <a:t> de duas etapas é 64 para os modelos de 256 e 128 para os modelos de 512, respectivamente. Ao combinar a orientação de classificador com a </a:t>
              </a:r>
              <a:r>
                <a:rPr lang="pt-BR" sz="1600" dirty="0" err="1">
                  <a:solidFill>
                    <a:srgbClr val="0F2040"/>
                  </a:solidFill>
                </a:rPr>
                <a:t>superamostragem</a:t>
              </a:r>
              <a:r>
                <a:rPr lang="pt-BR" sz="1600" dirty="0">
                  <a:solidFill>
                    <a:srgbClr val="0F2040"/>
                  </a:solidFill>
                </a:rPr>
                <a:t>, orientamos apenas o modelo de resolução mais baixa.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858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62A8-45F3-CE0A-7333-59B2063C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6B9F2E9-72EA-B001-A45C-E2C11BBB7D5B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3096461-5780-65C1-0ACC-12BF0F04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6. Limitações e Trabalhos Futuros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3A23ED0-EAB2-6A9E-63C9-4DC4418F16D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D8126F-9068-854A-F4E2-77BBAB70AC6A}"/>
              </a:ext>
            </a:extLst>
          </p:cNvPr>
          <p:cNvSpPr txBox="1"/>
          <p:nvPr/>
        </p:nvSpPr>
        <p:spPr>
          <a:xfrm>
            <a:off x="328372" y="2322396"/>
            <a:ext cx="1153525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Velocidade de Amostragem:</a:t>
            </a:r>
            <a:r>
              <a:rPr lang="pt-BR" sz="1600" dirty="0">
                <a:solidFill>
                  <a:srgbClr val="0F2040"/>
                </a:solidFill>
              </a:rPr>
              <a:t> A principal desvantagem dos modelos de difusão é que eles são mais lentos para gerar imagens do que as </a:t>
            </a:r>
            <a:r>
              <a:rPr lang="pt-BR" sz="1600" dirty="0" err="1">
                <a:solidFill>
                  <a:srgbClr val="0F2040"/>
                </a:solidFill>
              </a:rPr>
              <a:t>GANs</a:t>
            </a:r>
            <a:r>
              <a:rPr lang="pt-BR" sz="1600" dirty="0">
                <a:solidFill>
                  <a:srgbClr val="0F2040"/>
                </a:solidFill>
              </a:rPr>
              <a:t>, pois requerem múltiplos passos. A pesquisa futura deve focar em acelerar esse processo, talvez "destilando-o" para um único passo.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Dependência de Rótulos:</a:t>
            </a:r>
            <a:r>
              <a:rPr lang="pt-BR" sz="1600" dirty="0">
                <a:solidFill>
                  <a:srgbClr val="0F2040"/>
                </a:solidFill>
              </a:rPr>
              <a:t> A técnica de "orientação por classificador" só funciona com </a:t>
            </a:r>
            <a:r>
              <a:rPr lang="pt-BR" sz="1600" dirty="0" err="1">
                <a:solidFill>
                  <a:srgbClr val="0F2040"/>
                </a:solidFill>
              </a:rPr>
              <a:t>datasets</a:t>
            </a:r>
            <a:r>
              <a:rPr lang="pt-BR" sz="1600" dirty="0">
                <a:solidFill>
                  <a:srgbClr val="0F2040"/>
                </a:solidFill>
              </a:rPr>
              <a:t> que já possuem rótulos de classe. Falta uma estratégia para aplicar um controlo semelhante em dados não rotulados.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Expansão para Dados Não Rotulados:</a:t>
            </a:r>
            <a:r>
              <a:rPr lang="pt-BR" sz="1600" dirty="0">
                <a:solidFill>
                  <a:srgbClr val="0F2040"/>
                </a:solidFill>
              </a:rPr>
              <a:t> No futuro, o método poderia ser adaptado para funcionar sem rótulos, por exemplo, criando agrupamentos (clusters) para gerar "rótulos sintéticos" ou treinando um modelo para diferenciar imagens reais de falsas.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Potencial da Orientação:</a:t>
            </a:r>
            <a:r>
              <a:rPr lang="pt-BR" sz="1600" dirty="0">
                <a:solidFill>
                  <a:srgbClr val="0F2040"/>
                </a:solidFill>
              </a:rPr>
              <a:t> A eficácia da orientação por gradientes abre portas para novas formas de controlar a geração de imagens, como usar legendas de texto (com modelos como o CLIP) para guiar o que é desenhado.</a:t>
            </a:r>
          </a:p>
        </p:txBody>
      </p:sp>
    </p:spTree>
    <p:extLst>
      <p:ext uri="{BB962C8B-B14F-4D97-AF65-F5344CB8AC3E}">
        <p14:creationId xmlns:p14="http://schemas.microsoft.com/office/powerpoint/2010/main" val="186360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BF84-3380-0AD5-991E-C3E64FB8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E64AF46-196B-101E-39CB-2A84E8E852AD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523068A-3BE1-AD1F-AD4A-E098F0DB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121920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7. Conclusões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3818E3-426A-036E-A320-194F0DF61072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988B03-0C5B-6EBD-8356-2171E2312804}"/>
              </a:ext>
            </a:extLst>
          </p:cNvPr>
          <p:cNvSpPr txBox="1"/>
          <p:nvPr/>
        </p:nvSpPr>
        <p:spPr>
          <a:xfrm>
            <a:off x="415457" y="2568617"/>
            <a:ext cx="1136108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Superioridade Demonstrada:</a:t>
            </a:r>
            <a:r>
              <a:rPr lang="pt-BR" sz="1600" dirty="0">
                <a:solidFill>
                  <a:srgbClr val="0F2040"/>
                </a:solidFill>
              </a:rPr>
              <a:t> Os modelos de difusão, com as melhorias propostas, são capazes de superar as </a:t>
            </a:r>
            <a:r>
              <a:rPr lang="pt-BR" sz="1600" dirty="0" err="1">
                <a:solidFill>
                  <a:srgbClr val="0F2040"/>
                </a:solidFill>
              </a:rPr>
              <a:t>GANs</a:t>
            </a:r>
            <a:r>
              <a:rPr lang="pt-BR" sz="1600" dirty="0">
                <a:solidFill>
                  <a:srgbClr val="0F2040"/>
                </a:solidFill>
              </a:rPr>
              <a:t> de última geração em termos de qualidade de imagem.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Fatores de Sucesso:</a:t>
            </a:r>
            <a:r>
              <a:rPr lang="pt-BR" sz="1600" dirty="0">
                <a:solidFill>
                  <a:srgbClr val="0F2040"/>
                </a:solidFill>
              </a:rPr>
              <a:t> O avanço foi alcançado através de uma arquitetura de modelo aprimorada e da inovadora técnica de orientação por classificador.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Controlo Ajustável:</a:t>
            </a:r>
            <a:r>
              <a:rPr lang="pt-BR" sz="1600" dirty="0">
                <a:solidFill>
                  <a:srgbClr val="0F2040"/>
                </a:solidFill>
              </a:rPr>
              <a:t> A orientação por classificador oferece um mecanismo eficaz para ajustar o equilíbrio entre a diversidade e a fidelidade das imagens geradas.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F2040"/>
                </a:solidFill>
              </a:rPr>
              <a:t>Sinergia de Técnicas:</a:t>
            </a:r>
            <a:r>
              <a:rPr lang="pt-BR" sz="1600" dirty="0">
                <a:solidFill>
                  <a:srgbClr val="0F2040"/>
                </a:solidFill>
              </a:rPr>
              <a:t> A combinação da orientação com o </a:t>
            </a:r>
            <a:r>
              <a:rPr lang="pt-BR" sz="1600" dirty="0" err="1">
                <a:solidFill>
                  <a:srgbClr val="0F2040"/>
                </a:solidFill>
              </a:rPr>
              <a:t>upsampling</a:t>
            </a:r>
            <a:r>
              <a:rPr lang="pt-BR" sz="1600" dirty="0">
                <a:solidFill>
                  <a:srgbClr val="0F2040"/>
                </a:solidFill>
              </a:rPr>
              <a:t> produz os melhores resultados, especialmente na criação de imagens condicionais de alta resolução.</a:t>
            </a:r>
          </a:p>
        </p:txBody>
      </p:sp>
    </p:spTree>
    <p:extLst>
      <p:ext uri="{BB962C8B-B14F-4D97-AF65-F5344CB8AC3E}">
        <p14:creationId xmlns:p14="http://schemas.microsoft.com/office/powerpoint/2010/main" val="14191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3854</Words>
  <Application>Microsoft Office PowerPoint</Application>
  <PresentationFormat>Widescreen</PresentationFormat>
  <Paragraphs>209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Courier New</vt:lpstr>
      <vt:lpstr>Fjalla One</vt:lpstr>
      <vt:lpstr>Wingdings</vt:lpstr>
      <vt:lpstr>Tema do Office</vt:lpstr>
      <vt:lpstr>Modelos de Difusão Superam GANs na Síntese de Imagens  (Diffusion Models Beat GANs on Image Synthesis)</vt:lpstr>
      <vt:lpstr>1. Introdução</vt:lpstr>
      <vt:lpstr>1. Introdução</vt:lpstr>
      <vt:lpstr>1. Introdução</vt:lpstr>
      <vt:lpstr>2. Contextualização</vt:lpstr>
      <vt:lpstr>2.1. Melhorias</vt:lpstr>
      <vt:lpstr>2.2. Métricas de Qualidade de Amostra</vt:lpstr>
      <vt:lpstr>2.2. Métricas de Qualidade de Amostra</vt:lpstr>
      <vt:lpstr>3. Melhorias na Arquitetura</vt:lpstr>
      <vt:lpstr>3. Melhorias na Arquitetura</vt:lpstr>
      <vt:lpstr>3.1. Normalização de Grupo Adaptativo</vt:lpstr>
      <vt:lpstr>4. Guia do Classificador</vt:lpstr>
      <vt:lpstr>4.1. Processo de Ruído Reverso Condicional</vt:lpstr>
      <vt:lpstr>4.2. Amostragem Condicional para DDIM (Modelos Implícitos de Difusão de Denoising)</vt:lpstr>
      <vt:lpstr>4.3. Gradientes do Classificador de Escala</vt:lpstr>
      <vt:lpstr>4.3. Gradientes do Classificador de Escala</vt:lpstr>
      <vt:lpstr>4.3. Gradientes do Classificador de Escala</vt:lpstr>
      <vt:lpstr>5. Resultados</vt:lpstr>
      <vt:lpstr>5.1. Estado da Arte da Síntese de Imagem</vt:lpstr>
      <vt:lpstr>5.1. Estado da Arte da Síntese de Imagem</vt:lpstr>
      <vt:lpstr>5.2. Comparação com Upsampling</vt:lpstr>
      <vt:lpstr>5.2. Comparação com Upsampling</vt:lpstr>
      <vt:lpstr>6. Limitações e Trabalhos Futuros</vt:lpstr>
      <vt:lpstr>7. 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Ney Evaristo Rodrigues</dc:creator>
  <cp:lastModifiedBy>Thiago Ney Evaristo Rodrigues</cp:lastModifiedBy>
  <cp:revision>2</cp:revision>
  <dcterms:created xsi:type="dcterms:W3CDTF">2025-08-18T13:18:14Z</dcterms:created>
  <dcterms:modified xsi:type="dcterms:W3CDTF">2025-09-17T00:25:57Z</dcterms:modified>
</cp:coreProperties>
</file>