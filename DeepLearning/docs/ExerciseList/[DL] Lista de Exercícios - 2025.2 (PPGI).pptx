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4" r:id="rId12"/>
    <p:sldId id="288" r:id="rId13"/>
    <p:sldId id="289" r:id="rId14"/>
    <p:sldId id="290" r:id="rId15"/>
    <p:sldId id="291" r:id="rId16"/>
    <p:sldId id="292" r:id="rId17"/>
    <p:sldId id="293" r:id="rId18"/>
    <p:sldId id="285" r:id="rId19"/>
    <p:sldId id="286" r:id="rId20"/>
    <p:sldId id="287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CCAC6859-A215-4C78-AF2C-B652A9676A7B}">
          <p14:sldIdLst>
            <p14:sldId id="272"/>
          </p14:sldIdLst>
        </p14:section>
        <p14:section name="Questão 1" id="{C6E91183-E91B-41BA-B811-9E1CEB968BBD}">
          <p14:sldIdLst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Questão 2" id="{35168E9C-CD48-4AB5-9D9F-8D5E6D73D056}">
          <p14:sldIdLst>
            <p14:sldId id="284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Questão 3" id="{C565AC43-1F86-4378-ADEA-C6162E9857D7}">
          <p14:sldIdLst>
            <p14:sldId id="285"/>
          </p14:sldIdLst>
        </p14:section>
        <p14:section name="Questão 4" id="{379DA844-D19D-41CE-9A2E-D6ED72368DFA}">
          <p14:sldIdLst>
            <p14:sldId id="286"/>
          </p14:sldIdLst>
        </p14:section>
        <p14:section name="Questão 5" id="{4B0FBE80-D19A-497A-8D8C-D3809A5DD5F3}">
          <p14:sldIdLst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040"/>
    <a:srgbClr val="000000"/>
    <a:srgbClr val="080808"/>
    <a:srgbClr val="FFFFFF"/>
    <a:srgbClr val="172B4D"/>
    <a:srgbClr val="00203F"/>
    <a:srgbClr val="123456"/>
    <a:srgbClr val="0A192F"/>
    <a:srgbClr val="191970"/>
    <a:srgbClr val="00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B8E314-E490-485E-BFDC-E1775CB67CF5}" v="765" dt="2025-08-19T23:05:37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Ney Evaristo Rodrigues" userId="fb50eefc1efb6381" providerId="Windows Live" clId="Web-{B9B5D969-8FE9-3C5C-CC2C-98B2E3B7FC11}"/>
    <pc:docChg chg="modSld">
      <pc:chgData name="Thiago Ney Evaristo Rodrigues" userId="fb50eefc1efb6381" providerId="Windows Live" clId="Web-{B9B5D969-8FE9-3C5C-CC2C-98B2E3B7FC11}" dt="2025-08-18T20:44:19.876" v="36" actId="1076"/>
      <pc:docMkLst>
        <pc:docMk/>
      </pc:docMkLst>
      <pc:sldChg chg="addSp delSp modSp">
        <pc:chgData name="Thiago Ney Evaristo Rodrigues" userId="fb50eefc1efb6381" providerId="Windows Live" clId="Web-{B9B5D969-8FE9-3C5C-CC2C-98B2E3B7FC11}" dt="2025-08-18T20:44:19.876" v="36" actId="1076"/>
        <pc:sldMkLst>
          <pc:docMk/>
          <pc:sldMk cId="2936865589" sldId="267"/>
        </pc:sldMkLst>
        <pc:grpChg chg="del">
          <ac:chgData name="Thiago Ney Evaristo Rodrigues" userId="fb50eefc1efb6381" providerId="Windows Live" clId="Web-{B9B5D969-8FE9-3C5C-CC2C-98B2E3B7FC11}" dt="2025-08-18T20:42:38.200" v="4"/>
          <ac:grpSpMkLst>
            <pc:docMk/>
            <pc:sldMk cId="2936865589" sldId="267"/>
            <ac:grpSpMk id="11" creationId="{F4ABE762-CFCC-CBFC-F453-78F85CD75D38}"/>
          </ac:grpSpMkLst>
        </pc:grpChg>
        <pc:picChg chg="add mod">
          <ac:chgData name="Thiago Ney Evaristo Rodrigues" userId="fb50eefc1efb6381" providerId="Windows Live" clId="Web-{B9B5D969-8FE9-3C5C-CC2C-98B2E3B7FC11}" dt="2025-08-18T20:44:19.876" v="36" actId="1076"/>
          <ac:picMkLst>
            <pc:docMk/>
            <pc:sldMk cId="2936865589" sldId="267"/>
            <ac:picMk id="5" creationId="{CBABFFB8-2444-392F-E568-52A3BEC80731}"/>
          </ac:picMkLst>
        </pc:picChg>
        <pc:picChg chg="topLvl">
          <ac:chgData name="Thiago Ney Evaristo Rodrigues" userId="fb50eefc1efb6381" providerId="Windows Live" clId="Web-{B9B5D969-8FE9-3C5C-CC2C-98B2E3B7FC11}" dt="2025-08-18T20:42:38.200" v="4"/>
          <ac:picMkLst>
            <pc:docMk/>
            <pc:sldMk cId="2936865589" sldId="267"/>
            <ac:picMk id="6" creationId="{180A3A88-C16E-4BED-06D1-45C572A20374}"/>
          </ac:picMkLst>
        </pc:picChg>
        <pc:picChg chg="add del mod topLvl">
          <ac:chgData name="Thiago Ney Evaristo Rodrigues" userId="fb50eefc1efb6381" providerId="Windows Live" clId="Web-{B9B5D969-8FE9-3C5C-CC2C-98B2E3B7FC11}" dt="2025-08-18T20:43:44.234" v="25"/>
          <ac:picMkLst>
            <pc:docMk/>
            <pc:sldMk cId="2936865589" sldId="267"/>
            <ac:picMk id="7" creationId="{D367DE33-B6F2-AF57-0FEC-0951A8F39C3D}"/>
          </ac:picMkLst>
        </pc:picChg>
        <pc:picChg chg="add mod">
          <ac:chgData name="Thiago Ney Evaristo Rodrigues" userId="fb50eefc1efb6381" providerId="Windows Live" clId="Web-{B9B5D969-8FE9-3C5C-CC2C-98B2E3B7FC11}" dt="2025-08-18T20:44:18.719" v="35" actId="1076"/>
          <ac:picMkLst>
            <pc:docMk/>
            <pc:sldMk cId="2936865589" sldId="267"/>
            <ac:picMk id="9" creationId="{C4A06186-1CA4-965F-BA8E-825B5E733D9B}"/>
          </ac:picMkLst>
        </pc:picChg>
      </pc:sldChg>
    </pc:docChg>
  </pc:docChgLst>
  <pc:docChgLst>
    <pc:chgData name="Thiago Ney Evaristo Rodrigues" userId="fb50eefc1efb6381" providerId="LiveId" clId="{4A2E2E4D-6AE6-40C9-B147-34264DB25721}"/>
    <pc:docChg chg="undo redo custSel addSld delSld modSld sldOrd">
      <pc:chgData name="Thiago Ney Evaristo Rodrigues" userId="fb50eefc1efb6381" providerId="LiveId" clId="{4A2E2E4D-6AE6-40C9-B147-34264DB25721}" dt="2025-08-18T20:50:05.521" v="3672" actId="478"/>
      <pc:docMkLst>
        <pc:docMk/>
      </pc:docMkLst>
      <pc:sldChg chg="addSp delSp modSp mod">
        <pc:chgData name="Thiago Ney Evaristo Rodrigues" userId="fb50eefc1efb6381" providerId="LiveId" clId="{4A2E2E4D-6AE6-40C9-B147-34264DB25721}" dt="2025-08-18T20:20:59.053" v="3598" actId="20577"/>
        <pc:sldMkLst>
          <pc:docMk/>
          <pc:sldMk cId="3536410419" sldId="264"/>
        </pc:sldMkLst>
        <pc:spChg chg="mod">
          <ac:chgData name="Thiago Ney Evaristo Rodrigues" userId="fb50eefc1efb6381" providerId="LiveId" clId="{4A2E2E4D-6AE6-40C9-B147-34264DB25721}" dt="2025-08-18T20:20:59.053" v="3598" actId="20577"/>
          <ac:spMkLst>
            <pc:docMk/>
            <pc:sldMk cId="3536410419" sldId="264"/>
            <ac:spMk id="2" creationId="{4EB487FB-E80E-1F4C-A74B-9885BDE23929}"/>
          </ac:spMkLst>
        </pc:spChg>
        <pc:spChg chg="mod">
          <ac:chgData name="Thiago Ney Evaristo Rodrigues" userId="fb50eefc1efb6381" providerId="LiveId" clId="{4A2E2E4D-6AE6-40C9-B147-34264DB25721}" dt="2025-08-18T19:24:36.440" v="1053" actId="12789"/>
          <ac:spMkLst>
            <pc:docMk/>
            <pc:sldMk cId="3536410419" sldId="264"/>
            <ac:spMk id="3" creationId="{A2566FEB-E0B9-C52F-25A4-D2A9488DACB2}"/>
          </ac:spMkLst>
        </pc:spChg>
        <pc:spChg chg="add">
          <ac:chgData name="Thiago Ney Evaristo Rodrigues" userId="fb50eefc1efb6381" providerId="LiveId" clId="{4A2E2E4D-6AE6-40C9-B147-34264DB25721}" dt="2025-08-18T15:20:22.363" v="309"/>
          <ac:spMkLst>
            <pc:docMk/>
            <pc:sldMk cId="3536410419" sldId="264"/>
            <ac:spMk id="5" creationId="{03FD59FC-1A18-6953-EB08-DF0F33B51982}"/>
          </ac:spMkLst>
        </pc:spChg>
        <pc:spChg chg="add del mod">
          <ac:chgData name="Thiago Ney Evaristo Rodrigues" userId="fb50eefc1efb6381" providerId="LiveId" clId="{4A2E2E4D-6AE6-40C9-B147-34264DB25721}" dt="2025-08-18T20:19:21.120" v="3561" actId="478"/>
          <ac:spMkLst>
            <pc:docMk/>
            <pc:sldMk cId="3536410419" sldId="264"/>
            <ac:spMk id="5" creationId="{AC4E1C13-BA72-901D-3330-372A803DD6A7}"/>
          </ac:spMkLst>
        </pc:spChg>
        <pc:spChg chg="add">
          <ac:chgData name="Thiago Ney Evaristo Rodrigues" userId="fb50eefc1efb6381" providerId="LiveId" clId="{4A2E2E4D-6AE6-40C9-B147-34264DB25721}" dt="2025-08-18T15:20:27.766" v="310"/>
          <ac:spMkLst>
            <pc:docMk/>
            <pc:sldMk cId="3536410419" sldId="264"/>
            <ac:spMk id="6" creationId="{7CDB40B4-541C-40D2-9F9F-A74EABA77CA6}"/>
          </ac:spMkLst>
        </pc:spChg>
        <pc:spChg chg="add">
          <ac:chgData name="Thiago Ney Evaristo Rodrigues" userId="fb50eefc1efb6381" providerId="LiveId" clId="{4A2E2E4D-6AE6-40C9-B147-34264DB25721}" dt="2025-08-18T15:22:35.401" v="379"/>
          <ac:spMkLst>
            <pc:docMk/>
            <pc:sldMk cId="3536410419" sldId="264"/>
            <ac:spMk id="7" creationId="{17756BB6-4A2C-5A80-9780-4207C70A1E9B}"/>
          </ac:spMkLst>
        </pc:spChg>
        <pc:spChg chg="add mod">
          <ac:chgData name="Thiago Ney Evaristo Rodrigues" userId="fb50eefc1efb6381" providerId="LiveId" clId="{4A2E2E4D-6AE6-40C9-B147-34264DB25721}" dt="2025-08-18T19:16:52.409" v="966" actId="555"/>
          <ac:spMkLst>
            <pc:docMk/>
            <pc:sldMk cId="3536410419" sldId="264"/>
            <ac:spMk id="9" creationId="{D8430433-FA66-D5A3-062F-A93112CB2B52}"/>
          </ac:spMkLst>
        </pc:spChg>
        <pc:spChg chg="add mod">
          <ac:chgData name="Thiago Ney Evaristo Rodrigues" userId="fb50eefc1efb6381" providerId="LiveId" clId="{4A2E2E4D-6AE6-40C9-B147-34264DB25721}" dt="2025-08-18T15:38:32.504" v="962" actId="1076"/>
          <ac:spMkLst>
            <pc:docMk/>
            <pc:sldMk cId="3536410419" sldId="264"/>
            <ac:spMk id="10" creationId="{B6CC3FE1-0548-4031-10F5-7E8ED23E955E}"/>
          </ac:spMkLst>
        </pc:spChg>
      </pc:sldChg>
      <pc:sldChg chg="addSp delSp modSp mod">
        <pc:chgData name="Thiago Ney Evaristo Rodrigues" userId="fb50eefc1efb6381" providerId="LiveId" clId="{4A2E2E4D-6AE6-40C9-B147-34264DB25721}" dt="2025-08-18T20:19:35.690" v="3564" actId="21"/>
        <pc:sldMkLst>
          <pc:docMk/>
          <pc:sldMk cId="280983118" sldId="265"/>
        </pc:sldMkLst>
        <pc:spChg chg="mod">
          <ac:chgData name="Thiago Ney Evaristo Rodrigues" userId="fb50eefc1efb6381" providerId="LiveId" clId="{4A2E2E4D-6AE6-40C9-B147-34264DB25721}" dt="2025-08-18T15:12:35.346" v="256" actId="255"/>
          <ac:spMkLst>
            <pc:docMk/>
            <pc:sldMk cId="280983118" sldId="265"/>
            <ac:spMk id="2" creationId="{859043AE-2AE5-A6F6-E505-B0941A4FB2E3}"/>
          </ac:spMkLst>
        </pc:spChg>
        <pc:spChg chg="del mod">
          <ac:chgData name="Thiago Ney Evaristo Rodrigues" userId="fb50eefc1efb6381" providerId="LiveId" clId="{4A2E2E4D-6AE6-40C9-B147-34264DB25721}" dt="2025-08-18T19:20:05.936" v="998" actId="478"/>
          <ac:spMkLst>
            <pc:docMk/>
            <pc:sldMk cId="280983118" sldId="265"/>
            <ac:spMk id="3" creationId="{BB559D3D-4FBE-8E76-CB69-02073D9729B9}"/>
          </ac:spMkLst>
        </pc:spChg>
        <pc:spChg chg="add mod">
          <ac:chgData name="Thiago Ney Evaristo Rodrigues" userId="fb50eefc1efb6381" providerId="LiveId" clId="{4A2E2E4D-6AE6-40C9-B147-34264DB25721}" dt="2025-08-18T19:25:40.500" v="1118" actId="553"/>
          <ac:spMkLst>
            <pc:docMk/>
            <pc:sldMk cId="280983118" sldId="265"/>
            <ac:spMk id="7" creationId="{3FCDC171-1EE4-5B02-431C-0C38839E7CA6}"/>
          </ac:spMkLst>
        </pc:spChg>
        <pc:spChg chg="add del mod">
          <ac:chgData name="Thiago Ney Evaristo Rodrigues" userId="fb50eefc1efb6381" providerId="LiveId" clId="{4A2E2E4D-6AE6-40C9-B147-34264DB25721}" dt="2025-08-18T20:19:35.690" v="3564" actId="21"/>
          <ac:spMkLst>
            <pc:docMk/>
            <pc:sldMk cId="280983118" sldId="265"/>
            <ac:spMk id="9" creationId="{A087F3F7-3238-806A-6015-1F80C44DF6BE}"/>
          </ac:spMkLst>
        </pc:spChg>
        <pc:spChg chg="add del mod">
          <ac:chgData name="Thiago Ney Evaristo Rodrigues" userId="fb50eefc1efb6381" providerId="LiveId" clId="{4A2E2E4D-6AE6-40C9-B147-34264DB25721}" dt="2025-08-18T20:19:35.690" v="3564" actId="21"/>
          <ac:spMkLst>
            <pc:docMk/>
            <pc:sldMk cId="280983118" sldId="265"/>
            <ac:spMk id="10" creationId="{8B86310E-48CF-D0CE-1A9A-F187CABB7ED0}"/>
          </ac:spMkLst>
        </pc:spChg>
        <pc:picChg chg="mod">
          <ac:chgData name="Thiago Ney Evaristo Rodrigues" userId="fb50eefc1efb6381" providerId="LiveId" clId="{4A2E2E4D-6AE6-40C9-B147-34264DB25721}" dt="2025-08-18T19:25:35.589" v="1117" actId="552"/>
          <ac:picMkLst>
            <pc:docMk/>
            <pc:sldMk cId="280983118" sldId="265"/>
            <ac:picMk id="5" creationId="{18C07F95-DA9D-953A-01AA-93C1BF6E2F95}"/>
          </ac:picMkLst>
        </pc:picChg>
      </pc:sldChg>
      <pc:sldChg chg="addSp delSp modSp mod">
        <pc:chgData name="Thiago Ney Evaristo Rodrigues" userId="fb50eefc1efb6381" providerId="LiveId" clId="{4A2E2E4D-6AE6-40C9-B147-34264DB25721}" dt="2025-08-18T20:19:45.955" v="3567" actId="478"/>
        <pc:sldMkLst>
          <pc:docMk/>
          <pc:sldMk cId="3614048354" sldId="266"/>
        </pc:sldMkLst>
        <pc:spChg chg="mod">
          <ac:chgData name="Thiago Ney Evaristo Rodrigues" userId="fb50eefc1efb6381" providerId="LiveId" clId="{4A2E2E4D-6AE6-40C9-B147-34264DB25721}" dt="2025-08-18T15:08:37.345" v="209" actId="2711"/>
          <ac:spMkLst>
            <pc:docMk/>
            <pc:sldMk cId="3614048354" sldId="266"/>
            <ac:spMk id="2" creationId="{03C515E5-27AF-0EA8-A477-EBB3A50A631F}"/>
          </ac:spMkLst>
        </pc:spChg>
        <pc:spChg chg="del mod">
          <ac:chgData name="Thiago Ney Evaristo Rodrigues" userId="fb50eefc1efb6381" providerId="LiveId" clId="{4A2E2E4D-6AE6-40C9-B147-34264DB25721}" dt="2025-08-18T19:29:40.791" v="1215" actId="478"/>
          <ac:spMkLst>
            <pc:docMk/>
            <pc:sldMk cId="3614048354" sldId="266"/>
            <ac:spMk id="3" creationId="{54795B77-50A9-AE54-C5E4-B3DE4348BE09}"/>
          </ac:spMkLst>
        </pc:spChg>
        <pc:spChg chg="add del mod">
          <ac:chgData name="Thiago Ney Evaristo Rodrigues" userId="fb50eefc1efb6381" providerId="LiveId" clId="{4A2E2E4D-6AE6-40C9-B147-34264DB25721}" dt="2025-08-18T20:19:45.159" v="3566" actId="478"/>
          <ac:spMkLst>
            <pc:docMk/>
            <pc:sldMk cId="3614048354" sldId="266"/>
            <ac:spMk id="6" creationId="{AE6B09A9-F362-A695-21FE-5E97AFFD9DEA}"/>
          </ac:spMkLst>
        </pc:spChg>
        <pc:spChg chg="add del mod">
          <ac:chgData name="Thiago Ney Evaristo Rodrigues" userId="fb50eefc1efb6381" providerId="LiveId" clId="{4A2E2E4D-6AE6-40C9-B147-34264DB25721}" dt="2025-08-18T20:19:45.955" v="3567" actId="478"/>
          <ac:spMkLst>
            <pc:docMk/>
            <pc:sldMk cId="3614048354" sldId="266"/>
            <ac:spMk id="7" creationId="{E07784F0-E45A-36FF-63C6-1AC5BB0D8A7B}"/>
          </ac:spMkLst>
        </pc:spChg>
        <pc:spChg chg="add mod">
          <ac:chgData name="Thiago Ney Evaristo Rodrigues" userId="fb50eefc1efb6381" providerId="LiveId" clId="{4A2E2E4D-6AE6-40C9-B147-34264DB25721}" dt="2025-08-18T19:31:08.173" v="1228" actId="113"/>
          <ac:spMkLst>
            <pc:docMk/>
            <pc:sldMk cId="3614048354" sldId="266"/>
            <ac:spMk id="9" creationId="{2128A055-8CC1-0FE0-CF77-56B049A64681}"/>
          </ac:spMkLst>
        </pc:spChg>
        <pc:picChg chg="mod">
          <ac:chgData name="Thiago Ney Evaristo Rodrigues" userId="fb50eefc1efb6381" providerId="LiveId" clId="{4A2E2E4D-6AE6-40C9-B147-34264DB25721}" dt="2025-08-18T19:30:53.149" v="1226" actId="12789"/>
          <ac:picMkLst>
            <pc:docMk/>
            <pc:sldMk cId="3614048354" sldId="266"/>
            <ac:picMk id="5" creationId="{06F26671-4A0E-3770-263C-E2C6B886A9EB}"/>
          </ac:picMkLst>
        </pc:picChg>
      </pc:sldChg>
      <pc:sldChg chg="addSp delSp modSp mod">
        <pc:chgData name="Thiago Ney Evaristo Rodrigues" userId="fb50eefc1efb6381" providerId="LiveId" clId="{4A2E2E4D-6AE6-40C9-B147-34264DB25721}" dt="2025-08-18T20:50:05.521" v="3672" actId="478"/>
        <pc:sldMkLst>
          <pc:docMk/>
          <pc:sldMk cId="2936865589" sldId="267"/>
        </pc:sldMkLst>
        <pc:spChg chg="mod">
          <ac:chgData name="Thiago Ney Evaristo Rodrigues" userId="fb50eefc1efb6381" providerId="LiveId" clId="{4A2E2E4D-6AE6-40C9-B147-34264DB25721}" dt="2025-08-18T15:08:41.914" v="210" actId="2711"/>
          <ac:spMkLst>
            <pc:docMk/>
            <pc:sldMk cId="2936865589" sldId="267"/>
            <ac:spMk id="2" creationId="{0F04B50E-3C49-5EBB-075B-1A866040E3E1}"/>
          </ac:spMkLst>
        </pc:spChg>
        <pc:spChg chg="mod">
          <ac:chgData name="Thiago Ney Evaristo Rodrigues" userId="fb50eefc1efb6381" providerId="LiveId" clId="{4A2E2E4D-6AE6-40C9-B147-34264DB25721}" dt="2025-08-18T20:32:36.127" v="3641" actId="113"/>
          <ac:spMkLst>
            <pc:docMk/>
            <pc:sldMk cId="2936865589" sldId="267"/>
            <ac:spMk id="3" creationId="{60D62624-8412-1DD1-D048-3C13B60D3EC0}"/>
          </ac:spMkLst>
        </pc:spChg>
        <pc:spChg chg="add del mod">
          <ac:chgData name="Thiago Ney Evaristo Rodrigues" userId="fb50eefc1efb6381" providerId="LiveId" clId="{4A2E2E4D-6AE6-40C9-B147-34264DB25721}" dt="2025-08-18T20:05:12.818" v="2603" actId="478"/>
          <ac:spMkLst>
            <pc:docMk/>
            <pc:sldMk cId="2936865589" sldId="267"/>
            <ac:spMk id="5" creationId="{49DD1C6F-BCAA-033C-656C-A238B8F4C7BC}"/>
          </ac:spMkLst>
        </pc:spChg>
        <pc:spChg chg="add del mod">
          <ac:chgData name="Thiago Ney Evaristo Rodrigues" userId="fb50eefc1efb6381" providerId="LiveId" clId="{4A2E2E4D-6AE6-40C9-B147-34264DB25721}" dt="2025-08-18T20:05:11.942" v="2602" actId="478"/>
          <ac:spMkLst>
            <pc:docMk/>
            <pc:sldMk cId="2936865589" sldId="267"/>
            <ac:spMk id="9" creationId="{DA020171-F8A3-B272-A930-6BF257141AE9}"/>
          </ac:spMkLst>
        </pc:spChg>
        <pc:grpChg chg="add del mod">
          <ac:chgData name="Thiago Ney Evaristo Rodrigues" userId="fb50eefc1efb6381" providerId="LiveId" clId="{4A2E2E4D-6AE6-40C9-B147-34264DB25721}" dt="2025-08-18T20:00:03.014" v="2386" actId="165"/>
          <ac:grpSpMkLst>
            <pc:docMk/>
            <pc:sldMk cId="2936865589" sldId="267"/>
            <ac:grpSpMk id="10" creationId="{33FAF82D-FA87-3405-AFA6-59AD7B9627E8}"/>
          </ac:grpSpMkLst>
        </pc:grpChg>
        <pc:grpChg chg="add mod">
          <ac:chgData name="Thiago Ney Evaristo Rodrigues" userId="fb50eefc1efb6381" providerId="LiveId" clId="{4A2E2E4D-6AE6-40C9-B147-34264DB25721}" dt="2025-08-18T20:04:26.732" v="2582" actId="12789"/>
          <ac:grpSpMkLst>
            <pc:docMk/>
            <pc:sldMk cId="2936865589" sldId="267"/>
            <ac:grpSpMk id="11" creationId="{F4ABE762-CFCC-CBFC-F453-78F85CD75D38}"/>
          </ac:grpSpMkLst>
        </pc:grpChg>
        <pc:picChg chg="add del mod ord">
          <ac:chgData name="Thiago Ney Evaristo Rodrigues" userId="fb50eefc1efb6381" providerId="LiveId" clId="{4A2E2E4D-6AE6-40C9-B147-34264DB25721}" dt="2025-08-18T20:50:03.492" v="3671" actId="167"/>
          <ac:picMkLst>
            <pc:docMk/>
            <pc:sldMk cId="2936865589" sldId="267"/>
            <ac:picMk id="5" creationId="{CBABFFB8-2444-392F-E568-52A3BEC80731}"/>
          </ac:picMkLst>
        </pc:picChg>
        <pc:picChg chg="del mod topLvl">
          <ac:chgData name="Thiago Ney Evaristo Rodrigues" userId="fb50eefc1efb6381" providerId="LiveId" clId="{4A2E2E4D-6AE6-40C9-B147-34264DB25721}" dt="2025-08-18T20:50:05.521" v="3672" actId="478"/>
          <ac:picMkLst>
            <pc:docMk/>
            <pc:sldMk cId="2936865589" sldId="267"/>
            <ac:picMk id="6" creationId="{180A3A88-C16E-4BED-06D1-45C572A20374}"/>
          </ac:picMkLst>
        </pc:picChg>
        <pc:picChg chg="add del mod topLvl">
          <ac:chgData name="Thiago Ney Evaristo Rodrigues" userId="fb50eefc1efb6381" providerId="LiveId" clId="{4A2E2E4D-6AE6-40C9-B147-34264DB25721}" dt="2025-08-18T20:49:48.482" v="3667" actId="478"/>
          <ac:picMkLst>
            <pc:docMk/>
            <pc:sldMk cId="2936865589" sldId="267"/>
            <ac:picMk id="7" creationId="{D367DE33-B6F2-AF57-0FEC-0951A8F39C3D}"/>
          </ac:picMkLst>
        </pc:picChg>
        <pc:picChg chg="mod ord">
          <ac:chgData name="Thiago Ney Evaristo Rodrigues" userId="fb50eefc1efb6381" providerId="LiveId" clId="{4A2E2E4D-6AE6-40C9-B147-34264DB25721}" dt="2025-08-18T20:49:46.450" v="3666" actId="167"/>
          <ac:picMkLst>
            <pc:docMk/>
            <pc:sldMk cId="2936865589" sldId="267"/>
            <ac:picMk id="9" creationId="{C4A06186-1CA4-965F-BA8E-825B5E733D9B}"/>
          </ac:picMkLst>
        </pc:picChg>
      </pc:sldChg>
      <pc:sldChg chg="modSp mod">
        <pc:chgData name="Thiago Ney Evaristo Rodrigues" userId="fb50eefc1efb6381" providerId="LiveId" clId="{4A2E2E4D-6AE6-40C9-B147-34264DB25721}" dt="2025-08-18T20:48:04.268" v="3642" actId="20577"/>
        <pc:sldMkLst>
          <pc:docMk/>
          <pc:sldMk cId="872924692" sldId="268"/>
        </pc:sldMkLst>
        <pc:spChg chg="mod">
          <ac:chgData name="Thiago Ney Evaristo Rodrigues" userId="fb50eefc1efb6381" providerId="LiveId" clId="{4A2E2E4D-6AE6-40C9-B147-34264DB25721}" dt="2025-08-18T15:08:47.104" v="211" actId="2711"/>
          <ac:spMkLst>
            <pc:docMk/>
            <pc:sldMk cId="872924692" sldId="268"/>
            <ac:spMk id="2" creationId="{AB2FE7C6-3510-1E44-4FA1-888491BEC015}"/>
          </ac:spMkLst>
        </pc:spChg>
        <pc:spChg chg="mod">
          <ac:chgData name="Thiago Ney Evaristo Rodrigues" userId="fb50eefc1efb6381" providerId="LiveId" clId="{4A2E2E4D-6AE6-40C9-B147-34264DB25721}" dt="2025-08-18T20:48:04.268" v="3642" actId="20577"/>
          <ac:spMkLst>
            <pc:docMk/>
            <pc:sldMk cId="872924692" sldId="268"/>
            <ac:spMk id="3" creationId="{95FF030B-F453-B2DE-D408-C18AC94305C3}"/>
          </ac:spMkLst>
        </pc:spChg>
        <pc:picChg chg="mod">
          <ac:chgData name="Thiago Ney Evaristo Rodrigues" userId="fb50eefc1efb6381" providerId="LiveId" clId="{4A2E2E4D-6AE6-40C9-B147-34264DB25721}" dt="2025-08-18T20:17:53.588" v="3540" actId="12788"/>
          <ac:picMkLst>
            <pc:docMk/>
            <pc:sldMk cId="872924692" sldId="268"/>
            <ac:picMk id="5" creationId="{FD1B6C40-6C42-16AC-8A0C-1B7D57718FE5}"/>
          </ac:picMkLst>
        </pc:picChg>
      </pc:sldChg>
      <pc:sldChg chg="modSp add del mod">
        <pc:chgData name="Thiago Ney Evaristo Rodrigues" userId="fb50eefc1efb6381" providerId="LiveId" clId="{4A2E2E4D-6AE6-40C9-B147-34264DB25721}" dt="2025-08-18T20:32:26.125" v="3640" actId="47"/>
        <pc:sldMkLst>
          <pc:docMk/>
          <pc:sldMk cId="627221529" sldId="269"/>
        </pc:sldMkLst>
        <pc:spChg chg="mod">
          <ac:chgData name="Thiago Ney Evaristo Rodrigues" userId="fb50eefc1efb6381" providerId="LiveId" clId="{4A2E2E4D-6AE6-40C9-B147-34264DB25721}" dt="2025-08-18T15:08:52.093" v="212" actId="2711"/>
          <ac:spMkLst>
            <pc:docMk/>
            <pc:sldMk cId="627221529" sldId="269"/>
            <ac:spMk id="2" creationId="{E6CF556B-CF65-D084-EB94-9353B5C3C56B}"/>
          </ac:spMkLst>
        </pc:spChg>
        <pc:spChg chg="mod">
          <ac:chgData name="Thiago Ney Evaristo Rodrigues" userId="fb50eefc1efb6381" providerId="LiveId" clId="{4A2E2E4D-6AE6-40C9-B147-34264DB25721}" dt="2025-08-18T15:08:58.626" v="213" actId="2711"/>
          <ac:spMkLst>
            <pc:docMk/>
            <pc:sldMk cId="627221529" sldId="269"/>
            <ac:spMk id="3" creationId="{CEAE33F4-8601-DD48-E7EB-FF4173F67449}"/>
          </ac:spMkLst>
        </pc:spChg>
      </pc:sldChg>
      <pc:sldChg chg="del">
        <pc:chgData name="Thiago Ney Evaristo Rodrigues" userId="fb50eefc1efb6381" providerId="LiveId" clId="{4A2E2E4D-6AE6-40C9-B147-34264DB25721}" dt="2025-08-18T14:58:11.630" v="197" actId="47"/>
        <pc:sldMkLst>
          <pc:docMk/>
          <pc:sldMk cId="2978526781" sldId="270"/>
        </pc:sldMkLst>
      </pc:sldChg>
      <pc:sldChg chg="addSp delSp modSp mod">
        <pc:chgData name="Thiago Ney Evaristo Rodrigues" userId="fb50eefc1efb6381" providerId="LiveId" clId="{4A2E2E4D-6AE6-40C9-B147-34264DB25721}" dt="2025-08-18T15:34:31.211" v="749" actId="20577"/>
        <pc:sldMkLst>
          <pc:docMk/>
          <pc:sldMk cId="2710463504" sldId="271"/>
        </pc:sldMkLst>
        <pc:spChg chg="del mod">
          <ac:chgData name="Thiago Ney Evaristo Rodrigues" userId="fb50eefc1efb6381" providerId="LiveId" clId="{4A2E2E4D-6AE6-40C9-B147-34264DB25721}" dt="2025-08-18T15:11:59.208" v="231" actId="478"/>
          <ac:spMkLst>
            <pc:docMk/>
            <pc:sldMk cId="2710463504" sldId="271"/>
            <ac:spMk id="2" creationId="{477A2229-1657-F382-1760-7677C1288AAD}"/>
          </ac:spMkLst>
        </pc:spChg>
        <pc:spChg chg="mod">
          <ac:chgData name="Thiago Ney Evaristo Rodrigues" userId="fb50eefc1efb6381" providerId="LiveId" clId="{4A2E2E4D-6AE6-40C9-B147-34264DB25721}" dt="2025-08-18T15:34:31.211" v="749" actId="20577"/>
          <ac:spMkLst>
            <pc:docMk/>
            <pc:sldMk cId="2710463504" sldId="271"/>
            <ac:spMk id="3" creationId="{6D40C563-F2AC-2FCB-0B18-98F4198A588D}"/>
          </ac:spMkLst>
        </pc:spChg>
        <pc:spChg chg="mod">
          <ac:chgData name="Thiago Ney Evaristo Rodrigues" userId="fb50eefc1efb6381" providerId="LiveId" clId="{4A2E2E4D-6AE6-40C9-B147-34264DB25721}" dt="2025-08-18T15:10:43.702" v="229" actId="14100"/>
          <ac:spMkLst>
            <pc:docMk/>
            <pc:sldMk cId="2710463504" sldId="271"/>
            <ac:spMk id="4" creationId="{BB21480E-EAAB-C747-9BAB-F8EE30BF19BC}"/>
          </ac:spMkLst>
        </pc:spChg>
        <pc:spChg chg="add del mod">
          <ac:chgData name="Thiago Ney Evaristo Rodrigues" userId="fb50eefc1efb6381" providerId="LiveId" clId="{4A2E2E4D-6AE6-40C9-B147-34264DB25721}" dt="2025-08-18T15:12:02.547" v="232" actId="478"/>
          <ac:spMkLst>
            <pc:docMk/>
            <pc:sldMk cId="2710463504" sldId="271"/>
            <ac:spMk id="6" creationId="{6C9D036F-36E5-5AA0-F312-0FEB484DAAC3}"/>
          </ac:spMkLst>
        </pc:spChg>
        <pc:spChg chg="add mod">
          <ac:chgData name="Thiago Ney Evaristo Rodrigues" userId="fb50eefc1efb6381" providerId="LiveId" clId="{4A2E2E4D-6AE6-40C9-B147-34264DB25721}" dt="2025-08-18T15:26:21.009" v="565" actId="20577"/>
          <ac:spMkLst>
            <pc:docMk/>
            <pc:sldMk cId="2710463504" sldId="271"/>
            <ac:spMk id="7" creationId="{1DAADC52-2031-61FC-738C-F29F455C34F9}"/>
          </ac:spMkLst>
        </pc:spChg>
      </pc:sldChg>
      <pc:sldChg chg="addSp delSp modSp add mod">
        <pc:chgData name="Thiago Ney Evaristo Rodrigues" userId="fb50eefc1efb6381" providerId="LiveId" clId="{4A2E2E4D-6AE6-40C9-B147-34264DB25721}" dt="2025-08-18T15:13:11.534" v="259" actId="20577"/>
        <pc:sldMkLst>
          <pc:docMk/>
          <pc:sldMk cId="1161736965" sldId="272"/>
        </pc:sldMkLst>
        <pc:spChg chg="mod ord">
          <ac:chgData name="Thiago Ney Evaristo Rodrigues" userId="fb50eefc1efb6381" providerId="LiveId" clId="{4A2E2E4D-6AE6-40C9-B147-34264DB25721}" dt="2025-08-18T14:59:17.763" v="203" actId="242"/>
          <ac:spMkLst>
            <pc:docMk/>
            <pc:sldMk cId="1161736965" sldId="272"/>
            <ac:spMk id="2" creationId="{BBBC1C3D-C618-7C9D-E408-52E73CDCC102}"/>
          </ac:spMkLst>
        </pc:spChg>
        <pc:spChg chg="mod ord">
          <ac:chgData name="Thiago Ney Evaristo Rodrigues" userId="fb50eefc1efb6381" providerId="LiveId" clId="{4A2E2E4D-6AE6-40C9-B147-34264DB25721}" dt="2025-08-18T15:13:11.534" v="259" actId="20577"/>
          <ac:spMkLst>
            <pc:docMk/>
            <pc:sldMk cId="1161736965" sldId="272"/>
            <ac:spMk id="3" creationId="{0602F417-C2BA-82D2-A79A-BEAE1A782593}"/>
          </ac:spMkLst>
        </pc:spChg>
        <pc:spChg chg="del">
          <ac:chgData name="Thiago Ney Evaristo Rodrigues" userId="fb50eefc1efb6381" providerId="LiveId" clId="{4A2E2E4D-6AE6-40C9-B147-34264DB25721}" dt="2025-08-18T14:46:55.342" v="64" actId="478"/>
          <ac:spMkLst>
            <pc:docMk/>
            <pc:sldMk cId="1161736965" sldId="272"/>
            <ac:spMk id="4" creationId="{2703106C-1A18-3F20-F36D-471C9CC2CD69}"/>
          </ac:spMkLst>
        </pc:spChg>
        <pc:spChg chg="add del mod ord">
          <ac:chgData name="Thiago Ney Evaristo Rodrigues" userId="fb50eefc1efb6381" providerId="LiveId" clId="{4A2E2E4D-6AE6-40C9-B147-34264DB25721}" dt="2025-08-18T14:46:33.306" v="57" actId="478"/>
          <ac:spMkLst>
            <pc:docMk/>
            <pc:sldMk cId="1161736965" sldId="272"/>
            <ac:spMk id="6" creationId="{9A383348-524C-2644-0A5B-130BC051ED26}"/>
          </ac:spMkLst>
        </pc:spChg>
        <pc:spChg chg="mod ord">
          <ac:chgData name="Thiago Ney Evaristo Rodrigues" userId="fb50eefc1efb6381" providerId="LiveId" clId="{4A2E2E4D-6AE6-40C9-B147-34264DB25721}" dt="2025-08-18T14:58:47.466" v="202" actId="465"/>
          <ac:spMkLst>
            <pc:docMk/>
            <pc:sldMk cId="1161736965" sldId="272"/>
            <ac:spMk id="8" creationId="{5D6497BB-23FE-6C07-1264-806B7250E8EF}"/>
          </ac:spMkLst>
        </pc:spChg>
        <pc:spChg chg="add mod">
          <ac:chgData name="Thiago Ney Evaristo Rodrigues" userId="fb50eefc1efb6381" providerId="LiveId" clId="{4A2E2E4D-6AE6-40C9-B147-34264DB25721}" dt="2025-08-18T14:52:39.520" v="154" actId="207"/>
          <ac:spMkLst>
            <pc:docMk/>
            <pc:sldMk cId="1161736965" sldId="272"/>
            <ac:spMk id="10" creationId="{35B696B7-EAF9-43C8-FE97-AA60F7B69A41}"/>
          </ac:spMkLst>
        </pc:spChg>
        <pc:spChg chg="add mod ord">
          <ac:chgData name="Thiago Ney Evaristo Rodrigues" userId="fb50eefc1efb6381" providerId="LiveId" clId="{4A2E2E4D-6AE6-40C9-B147-34264DB25721}" dt="2025-08-18T14:54:58.530" v="174" actId="14100"/>
          <ac:spMkLst>
            <pc:docMk/>
            <pc:sldMk cId="1161736965" sldId="272"/>
            <ac:spMk id="11" creationId="{C3DA79A5-1B9B-1336-8CD9-3885DA32B84D}"/>
          </ac:spMkLst>
        </pc:spChg>
        <pc:spChg chg="add del mod ord">
          <ac:chgData name="Thiago Ney Evaristo Rodrigues" userId="fb50eefc1efb6381" providerId="LiveId" clId="{4A2E2E4D-6AE6-40C9-B147-34264DB25721}" dt="2025-08-18T14:57:10.295" v="192" actId="478"/>
          <ac:spMkLst>
            <pc:docMk/>
            <pc:sldMk cId="1161736965" sldId="272"/>
            <ac:spMk id="12" creationId="{F825415A-E3CE-E45D-BE44-47CF22568263}"/>
          </ac:spMkLst>
        </pc:spChg>
        <pc:picChg chg="mod ord">
          <ac:chgData name="Thiago Ney Evaristo Rodrigues" userId="fb50eefc1efb6381" providerId="LiveId" clId="{4A2E2E4D-6AE6-40C9-B147-34264DB25721}" dt="2025-08-18T14:57:56.348" v="196" actId="1076"/>
          <ac:picMkLst>
            <pc:docMk/>
            <pc:sldMk cId="1161736965" sldId="272"/>
            <ac:picMk id="5" creationId="{8D1F9D6F-55C2-3FFC-06D5-DF7D89240788}"/>
          </ac:picMkLst>
        </pc:picChg>
        <pc:picChg chg="add mod modCrop">
          <ac:chgData name="Thiago Ney Evaristo Rodrigues" userId="fb50eefc1efb6381" providerId="LiveId" clId="{4A2E2E4D-6AE6-40C9-B147-34264DB25721}" dt="2025-08-18T14:55:32.303" v="177" actId="732"/>
          <ac:picMkLst>
            <pc:docMk/>
            <pc:sldMk cId="1161736965" sldId="272"/>
            <ac:picMk id="9" creationId="{36BD1F49-4C69-C48A-2CD9-660724FBDF08}"/>
          </ac:picMkLst>
        </pc:picChg>
      </pc:sldChg>
      <pc:sldChg chg="addSp delSp modSp mod">
        <pc:chgData name="Thiago Ney Evaristo Rodrigues" userId="fb50eefc1efb6381" providerId="LiveId" clId="{4A2E2E4D-6AE6-40C9-B147-34264DB25721}" dt="2025-08-18T19:43:40.005" v="1745" actId="12"/>
        <pc:sldMkLst>
          <pc:docMk/>
          <pc:sldMk cId="1618868839" sldId="273"/>
        </pc:sldMkLst>
        <pc:spChg chg="del">
          <ac:chgData name="Thiago Ney Evaristo Rodrigues" userId="fb50eefc1efb6381" providerId="LiveId" clId="{4A2E2E4D-6AE6-40C9-B147-34264DB25721}" dt="2025-08-18T19:36:56.255" v="1246" actId="478"/>
          <ac:spMkLst>
            <pc:docMk/>
            <pc:sldMk cId="1618868839" sldId="273"/>
            <ac:spMk id="3" creationId="{9B7A3BA1-1FA7-DDAF-6F8C-E41477414288}"/>
          </ac:spMkLst>
        </pc:spChg>
        <pc:spChg chg="add del mod">
          <ac:chgData name="Thiago Ney Evaristo Rodrigues" userId="fb50eefc1efb6381" providerId="LiveId" clId="{4A2E2E4D-6AE6-40C9-B147-34264DB25721}" dt="2025-08-18T19:36:58.811" v="1247" actId="478"/>
          <ac:spMkLst>
            <pc:docMk/>
            <pc:sldMk cId="1618868839" sldId="273"/>
            <ac:spMk id="13" creationId="{8DFB379E-F0CF-744C-C91B-486D84D6E98A}"/>
          </ac:spMkLst>
        </pc:spChg>
        <pc:spChg chg="add mod">
          <ac:chgData name="Thiago Ney Evaristo Rodrigues" userId="fb50eefc1efb6381" providerId="LiveId" clId="{4A2E2E4D-6AE6-40C9-B147-34264DB25721}" dt="2025-08-18T19:43:40.005" v="1745" actId="12"/>
          <ac:spMkLst>
            <pc:docMk/>
            <pc:sldMk cId="1618868839" sldId="273"/>
            <ac:spMk id="15" creationId="{5F4A2122-F475-9B79-14C8-927EF5C1C0A0}"/>
          </ac:spMkLst>
        </pc:spChg>
        <pc:grpChg chg="add del mod">
          <ac:chgData name="Thiago Ney Evaristo Rodrigues" userId="fb50eefc1efb6381" providerId="LiveId" clId="{4A2E2E4D-6AE6-40C9-B147-34264DB25721}" dt="2025-08-18T19:37:12.756" v="1252" actId="165"/>
          <ac:grpSpMkLst>
            <pc:docMk/>
            <pc:sldMk cId="1618868839" sldId="273"/>
            <ac:grpSpMk id="14" creationId="{DA73C055-0FEE-C948-28F4-32FC3A5DCAC8}"/>
          </ac:grpSpMkLst>
        </pc:grpChg>
        <pc:graphicFrameChg chg="add mod">
          <ac:chgData name="Thiago Ney Evaristo Rodrigues" userId="fb50eefc1efb6381" providerId="LiveId" clId="{4A2E2E4D-6AE6-40C9-B147-34264DB25721}" dt="2025-08-18T19:35:44.387" v="1229"/>
          <ac:graphicFrameMkLst>
            <pc:docMk/>
            <pc:sldMk cId="1618868839" sldId="273"/>
            <ac:graphicFrameMk id="5" creationId="{CDF631E5-4D20-7BBC-2AB4-C4EC27EFDB7B}"/>
          </ac:graphicFrameMkLst>
        </pc:graphicFrameChg>
        <pc:graphicFrameChg chg="add mod">
          <ac:chgData name="Thiago Ney Evaristo Rodrigues" userId="fb50eefc1efb6381" providerId="LiveId" clId="{4A2E2E4D-6AE6-40C9-B147-34264DB25721}" dt="2025-08-18T19:36:02.596" v="1233"/>
          <ac:graphicFrameMkLst>
            <pc:docMk/>
            <pc:sldMk cId="1618868839" sldId="273"/>
            <ac:graphicFrameMk id="7" creationId="{15F5FD7F-0945-12A4-A0D1-A6AC06792BD9}"/>
          </ac:graphicFrameMkLst>
        </pc:graphicFrameChg>
        <pc:graphicFrameChg chg="add mod">
          <ac:chgData name="Thiago Ney Evaristo Rodrigues" userId="fb50eefc1efb6381" providerId="LiveId" clId="{4A2E2E4D-6AE6-40C9-B147-34264DB25721}" dt="2025-08-18T19:36:35.217" v="1238"/>
          <ac:graphicFrameMkLst>
            <pc:docMk/>
            <pc:sldMk cId="1618868839" sldId="273"/>
            <ac:graphicFrameMk id="10" creationId="{1FD7E503-02AC-8D32-D46E-C8BA3CDAF705}"/>
          </ac:graphicFrameMkLst>
        </pc:graphicFrameChg>
        <pc:picChg chg="add del mod">
          <ac:chgData name="Thiago Ney Evaristo Rodrigues" userId="fb50eefc1efb6381" providerId="LiveId" clId="{4A2E2E4D-6AE6-40C9-B147-34264DB25721}" dt="2025-08-18T19:36:33.900" v="1237" actId="478"/>
          <ac:picMkLst>
            <pc:docMk/>
            <pc:sldMk cId="1618868839" sldId="273"/>
            <ac:picMk id="6" creationId="{9394AFE0-51F8-9149-24C9-523F12B4DFB8}"/>
          </ac:picMkLst>
        </pc:picChg>
        <pc:picChg chg="add mod topLvl">
          <ac:chgData name="Thiago Ney Evaristo Rodrigues" userId="fb50eefc1efb6381" providerId="LiveId" clId="{4A2E2E4D-6AE6-40C9-B147-34264DB25721}" dt="2025-08-18T19:37:12.756" v="1252" actId="165"/>
          <ac:picMkLst>
            <pc:docMk/>
            <pc:sldMk cId="1618868839" sldId="273"/>
            <ac:picMk id="9" creationId="{A96539BD-E434-C58B-EE64-50A8C645F602}"/>
          </ac:picMkLst>
        </pc:picChg>
        <pc:picChg chg="add mod topLvl">
          <ac:chgData name="Thiago Ney Evaristo Rodrigues" userId="fb50eefc1efb6381" providerId="LiveId" clId="{4A2E2E4D-6AE6-40C9-B147-34264DB25721}" dt="2025-08-18T19:37:12.756" v="1252" actId="165"/>
          <ac:picMkLst>
            <pc:docMk/>
            <pc:sldMk cId="1618868839" sldId="273"/>
            <ac:picMk id="11" creationId="{88D13FA3-AA6B-94E1-59F9-E6CCCAEA53B7}"/>
          </ac:picMkLst>
        </pc:picChg>
      </pc:sldChg>
      <pc:sldChg chg="delSp modSp add del mod">
        <pc:chgData name="Thiago Ney Evaristo Rodrigues" userId="fb50eefc1efb6381" providerId="LiveId" clId="{4A2E2E4D-6AE6-40C9-B147-34264DB25721}" dt="2025-08-18T14:52:53.862" v="155" actId="47"/>
        <pc:sldMkLst>
          <pc:docMk/>
          <pc:sldMk cId="2691277752" sldId="273"/>
        </pc:sldMkLst>
        <pc:spChg chg="del mod">
          <ac:chgData name="Thiago Ney Evaristo Rodrigues" userId="fb50eefc1efb6381" providerId="LiveId" clId="{4A2E2E4D-6AE6-40C9-B147-34264DB25721}" dt="2025-08-18T14:49:09.517" v="81" actId="21"/>
          <ac:spMkLst>
            <pc:docMk/>
            <pc:sldMk cId="2691277752" sldId="273"/>
            <ac:spMk id="4" creationId="{35B696B7-EAF9-43C8-FE97-AA60F7B69A41}"/>
          </ac:spMkLst>
        </pc:spChg>
      </pc:sldChg>
      <pc:sldChg chg="addSp delSp modSp mod ord">
        <pc:chgData name="Thiago Ney Evaristo Rodrigues" userId="fb50eefc1efb6381" providerId="LiveId" clId="{4A2E2E4D-6AE6-40C9-B147-34264DB25721}" dt="2025-08-18T20:19:50.143" v="3569" actId="478"/>
        <pc:sldMkLst>
          <pc:docMk/>
          <pc:sldMk cId="3847462140" sldId="274"/>
        </pc:sldMkLst>
        <pc:spChg chg="del">
          <ac:chgData name="Thiago Ney Evaristo Rodrigues" userId="fb50eefc1efb6381" providerId="LiveId" clId="{4A2E2E4D-6AE6-40C9-B147-34264DB25721}" dt="2025-08-18T19:46:32.600" v="1750" actId="478"/>
          <ac:spMkLst>
            <pc:docMk/>
            <pc:sldMk cId="3847462140" sldId="274"/>
            <ac:spMk id="3" creationId="{814073FD-FF5D-623B-E912-7DB62A56CF31}"/>
          </ac:spMkLst>
        </pc:spChg>
        <pc:spChg chg="add del mod">
          <ac:chgData name="Thiago Ney Evaristo Rodrigues" userId="fb50eefc1efb6381" providerId="LiveId" clId="{4A2E2E4D-6AE6-40C9-B147-34264DB25721}" dt="2025-08-18T19:46:35.031" v="1751" actId="478"/>
          <ac:spMkLst>
            <pc:docMk/>
            <pc:sldMk cId="3847462140" sldId="274"/>
            <ac:spMk id="9" creationId="{C9696D13-4087-70A3-B48A-092364DFC2C6}"/>
          </ac:spMkLst>
        </pc:spChg>
        <pc:spChg chg="add mod">
          <ac:chgData name="Thiago Ney Evaristo Rodrigues" userId="fb50eefc1efb6381" providerId="LiveId" clId="{4A2E2E4D-6AE6-40C9-B147-34264DB25721}" dt="2025-08-18T19:51:07.452" v="2070" actId="553"/>
          <ac:spMkLst>
            <pc:docMk/>
            <pc:sldMk cId="3847462140" sldId="274"/>
            <ac:spMk id="10" creationId="{25B953B7-AA61-9D89-BCB0-D5A1EB160E22}"/>
          </ac:spMkLst>
        </pc:spChg>
        <pc:spChg chg="add del mod">
          <ac:chgData name="Thiago Ney Evaristo Rodrigues" userId="fb50eefc1efb6381" providerId="LiveId" clId="{4A2E2E4D-6AE6-40C9-B147-34264DB25721}" dt="2025-08-18T20:19:49.376" v="3568" actId="478"/>
          <ac:spMkLst>
            <pc:docMk/>
            <pc:sldMk cId="3847462140" sldId="274"/>
            <ac:spMk id="11" creationId="{AFA70144-B8A2-F111-CA35-E103B2DA9EC8}"/>
          </ac:spMkLst>
        </pc:spChg>
        <pc:spChg chg="add del mod">
          <ac:chgData name="Thiago Ney Evaristo Rodrigues" userId="fb50eefc1efb6381" providerId="LiveId" clId="{4A2E2E4D-6AE6-40C9-B147-34264DB25721}" dt="2025-08-18T20:19:50.143" v="3569" actId="478"/>
          <ac:spMkLst>
            <pc:docMk/>
            <pc:sldMk cId="3847462140" sldId="274"/>
            <ac:spMk id="12" creationId="{881BA229-03F2-9390-C7E4-C2872CF382C0}"/>
          </ac:spMkLst>
        </pc:spChg>
        <pc:graphicFrameChg chg="add mod">
          <ac:chgData name="Thiago Ney Evaristo Rodrigues" userId="fb50eefc1efb6381" providerId="LiveId" clId="{4A2E2E4D-6AE6-40C9-B147-34264DB25721}" dt="2025-08-18T19:46:04.755" v="1746"/>
          <ac:graphicFrameMkLst>
            <pc:docMk/>
            <pc:sldMk cId="3847462140" sldId="274"/>
            <ac:graphicFrameMk id="5" creationId="{086AE429-CD88-24F8-0157-7DCCED4ABF94}"/>
          </ac:graphicFrameMkLst>
        </pc:graphicFrameChg>
        <pc:picChg chg="add mod">
          <ac:chgData name="Thiago Ney Evaristo Rodrigues" userId="fb50eefc1efb6381" providerId="LiveId" clId="{4A2E2E4D-6AE6-40C9-B147-34264DB25721}" dt="2025-08-18T19:51:00.029" v="2054" actId="552"/>
          <ac:picMkLst>
            <pc:docMk/>
            <pc:sldMk cId="3847462140" sldId="274"/>
            <ac:picMk id="6" creationId="{42098842-DBCF-889D-ACB7-2BC3ECADD3B1}"/>
          </ac:picMkLst>
        </pc:picChg>
      </pc:sldChg>
      <pc:sldChg chg="addSp delSp modSp mod">
        <pc:chgData name="Thiago Ney Evaristo Rodrigues" userId="fb50eefc1efb6381" providerId="LiveId" clId="{4A2E2E4D-6AE6-40C9-B147-34264DB25721}" dt="2025-08-18T20:19:55.047" v="3571" actId="478"/>
        <pc:sldMkLst>
          <pc:docMk/>
          <pc:sldMk cId="2318078833" sldId="275"/>
        </pc:sldMkLst>
        <pc:spChg chg="mod">
          <ac:chgData name="Thiago Ney Evaristo Rodrigues" userId="fb50eefc1efb6381" providerId="LiveId" clId="{4A2E2E4D-6AE6-40C9-B147-34264DB25721}" dt="2025-08-18T19:56:31.109" v="2176" actId="12789"/>
          <ac:spMkLst>
            <pc:docMk/>
            <pc:sldMk cId="2318078833" sldId="275"/>
            <ac:spMk id="3" creationId="{7E00A612-3E79-92DB-CC20-143B92011F19}"/>
          </ac:spMkLst>
        </pc:spChg>
        <pc:spChg chg="add del mod">
          <ac:chgData name="Thiago Ney Evaristo Rodrigues" userId="fb50eefc1efb6381" providerId="LiveId" clId="{4A2E2E4D-6AE6-40C9-B147-34264DB25721}" dt="2025-08-18T19:53:24.234" v="2139" actId="478"/>
          <ac:spMkLst>
            <pc:docMk/>
            <pc:sldMk cId="2318078833" sldId="275"/>
            <ac:spMk id="5" creationId="{EF747B92-43C1-19D1-B592-CCA79831481B}"/>
          </ac:spMkLst>
        </pc:spChg>
        <pc:spChg chg="add del mod">
          <ac:chgData name="Thiago Ney Evaristo Rodrigues" userId="fb50eefc1efb6381" providerId="LiveId" clId="{4A2E2E4D-6AE6-40C9-B147-34264DB25721}" dt="2025-08-18T20:19:55.047" v="3571" actId="478"/>
          <ac:spMkLst>
            <pc:docMk/>
            <pc:sldMk cId="2318078833" sldId="275"/>
            <ac:spMk id="7" creationId="{62919750-592C-56ED-6C89-515A1F68D57D}"/>
          </ac:spMkLst>
        </pc:spChg>
        <pc:spChg chg="add del mod">
          <ac:chgData name="Thiago Ney Evaristo Rodrigues" userId="fb50eefc1efb6381" providerId="LiveId" clId="{4A2E2E4D-6AE6-40C9-B147-34264DB25721}" dt="2025-08-18T20:19:54.312" v="3570" actId="478"/>
          <ac:spMkLst>
            <pc:docMk/>
            <pc:sldMk cId="2318078833" sldId="275"/>
            <ac:spMk id="9" creationId="{4084B8A3-02C1-C213-1FAC-B290CD53DE4C}"/>
          </ac:spMkLst>
        </pc:spChg>
        <pc:picChg chg="mod">
          <ac:chgData name="Thiago Ney Evaristo Rodrigues" userId="fb50eefc1efb6381" providerId="LiveId" clId="{4A2E2E4D-6AE6-40C9-B147-34264DB25721}" dt="2025-08-18T19:56:37.461" v="2177" actId="12789"/>
          <ac:picMkLst>
            <pc:docMk/>
            <pc:sldMk cId="2318078833" sldId="275"/>
            <ac:picMk id="6" creationId="{2A7EB31C-1E1E-E087-CAF8-3FA48AB54368}"/>
          </ac:picMkLst>
        </pc:picChg>
      </pc:sldChg>
      <pc:sldChg chg="addSp delSp modSp mod">
        <pc:chgData name="Thiago Ney Evaristo Rodrigues" userId="fb50eefc1efb6381" providerId="LiveId" clId="{4A2E2E4D-6AE6-40C9-B147-34264DB25721}" dt="2025-08-18T20:32:23.748" v="3639" actId="478"/>
        <pc:sldMkLst>
          <pc:docMk/>
          <pc:sldMk cId="4106440066" sldId="276"/>
        </pc:sldMkLst>
        <pc:spChg chg="del">
          <ac:chgData name="Thiago Ney Evaristo Rodrigues" userId="fb50eefc1efb6381" providerId="LiveId" clId="{4A2E2E4D-6AE6-40C9-B147-34264DB25721}" dt="2025-08-18T20:19:03.957" v="3558" actId="478"/>
          <ac:spMkLst>
            <pc:docMk/>
            <pc:sldMk cId="4106440066" sldId="276"/>
            <ac:spMk id="3" creationId="{42910F21-DC0B-734A-A7CC-460BE5C31677}"/>
          </ac:spMkLst>
        </pc:spChg>
        <pc:spChg chg="add del mod">
          <ac:chgData name="Thiago Ney Evaristo Rodrigues" userId="fb50eefc1efb6381" providerId="LiveId" clId="{4A2E2E4D-6AE6-40C9-B147-34264DB25721}" dt="2025-08-18T20:19:04.957" v="3559" actId="478"/>
          <ac:spMkLst>
            <pc:docMk/>
            <pc:sldMk cId="4106440066" sldId="276"/>
            <ac:spMk id="6" creationId="{7E18377D-BAD5-9DF6-009F-36131C28DAA9}"/>
          </ac:spMkLst>
        </pc:spChg>
        <pc:spChg chg="add del mod">
          <ac:chgData name="Thiago Ney Evaristo Rodrigues" userId="fb50eefc1efb6381" providerId="LiveId" clId="{4A2E2E4D-6AE6-40C9-B147-34264DB25721}" dt="2025-08-18T20:32:23.748" v="3639" actId="478"/>
          <ac:spMkLst>
            <pc:docMk/>
            <pc:sldMk cId="4106440066" sldId="276"/>
            <ac:spMk id="9" creationId="{A087F3F7-3238-806A-6015-1F80C44DF6BE}"/>
          </ac:spMkLst>
        </pc:spChg>
        <pc:spChg chg="add del mod">
          <ac:chgData name="Thiago Ney Evaristo Rodrigues" userId="fb50eefc1efb6381" providerId="LiveId" clId="{4A2E2E4D-6AE6-40C9-B147-34264DB25721}" dt="2025-08-18T20:32:17.116" v="3637" actId="478"/>
          <ac:spMkLst>
            <pc:docMk/>
            <pc:sldMk cId="4106440066" sldId="276"/>
            <ac:spMk id="10" creationId="{8B86310E-48CF-D0CE-1A9A-F187CABB7ED0}"/>
          </ac:spMkLst>
        </pc:spChg>
        <pc:grpChg chg="add del mod">
          <ac:chgData name="Thiago Ney Evaristo Rodrigues" userId="fb50eefc1efb6381" providerId="LiveId" clId="{4A2E2E4D-6AE6-40C9-B147-34264DB25721}" dt="2025-08-18T20:29:30.930" v="3623" actId="165"/>
          <ac:grpSpMkLst>
            <pc:docMk/>
            <pc:sldMk cId="4106440066" sldId="276"/>
            <ac:grpSpMk id="13" creationId="{D13071CF-16FC-5FEB-98B7-4382D4CEA697}"/>
          </ac:grpSpMkLst>
        </pc:grpChg>
        <pc:graphicFrameChg chg="add mod">
          <ac:chgData name="Thiago Ney Evaristo Rodrigues" userId="fb50eefc1efb6381" providerId="LiveId" clId="{4A2E2E4D-6AE6-40C9-B147-34264DB25721}" dt="2025-08-18T20:28:56.893" v="3602"/>
          <ac:graphicFrameMkLst>
            <pc:docMk/>
            <pc:sldMk cId="4106440066" sldId="276"/>
            <ac:graphicFrameMk id="11" creationId="{ACE3E82E-BFDE-EDB7-7EEA-CF4861D0C216}"/>
          </ac:graphicFrameMkLst>
        </pc:graphicFrameChg>
        <pc:picChg chg="mod topLvl">
          <ac:chgData name="Thiago Ney Evaristo Rodrigues" userId="fb50eefc1efb6381" providerId="LiveId" clId="{4A2E2E4D-6AE6-40C9-B147-34264DB25721}" dt="2025-08-18T20:32:22.088" v="3638" actId="12789"/>
          <ac:picMkLst>
            <pc:docMk/>
            <pc:sldMk cId="4106440066" sldId="276"/>
            <ac:picMk id="7" creationId="{0B4B6E01-7712-792B-83B6-375079E7C23D}"/>
          </ac:picMkLst>
        </pc:picChg>
        <pc:picChg chg="add mod topLvl">
          <ac:chgData name="Thiago Ney Evaristo Rodrigues" userId="fb50eefc1efb6381" providerId="LiveId" clId="{4A2E2E4D-6AE6-40C9-B147-34264DB25721}" dt="2025-08-18T20:32:22.088" v="3638" actId="12789"/>
          <ac:picMkLst>
            <pc:docMk/>
            <pc:sldMk cId="4106440066" sldId="276"/>
            <ac:picMk id="12" creationId="{24DF5F36-1AAA-EB80-D21F-44EF7F8036A6}"/>
          </ac:picMkLst>
        </pc:picChg>
      </pc:sldChg>
      <pc:sldChg chg="addSp delSp modSp add mod">
        <pc:chgData name="Thiago Ney Evaristo Rodrigues" userId="fb50eefc1efb6381" providerId="LiveId" clId="{4A2E2E4D-6AE6-40C9-B147-34264DB25721}" dt="2025-08-18T20:19:59.314" v="3573" actId="478"/>
        <pc:sldMkLst>
          <pc:docMk/>
          <pc:sldMk cId="2120162573" sldId="277"/>
        </pc:sldMkLst>
        <pc:spChg chg="mod">
          <ac:chgData name="Thiago Ney Evaristo Rodrigues" userId="fb50eefc1efb6381" providerId="LiveId" clId="{4A2E2E4D-6AE6-40C9-B147-34264DB25721}" dt="2025-08-18T20:11:22.347" v="2953" actId="12789"/>
          <ac:spMkLst>
            <pc:docMk/>
            <pc:sldMk cId="2120162573" sldId="277"/>
            <ac:spMk id="3" creationId="{8F958C7E-15DD-587C-274B-FBEC38334881}"/>
          </ac:spMkLst>
        </pc:spChg>
        <pc:spChg chg="add del mod">
          <ac:chgData name="Thiago Ney Evaristo Rodrigues" userId="fb50eefc1efb6381" providerId="LiveId" clId="{4A2E2E4D-6AE6-40C9-B147-34264DB25721}" dt="2025-08-18T20:19:59.314" v="3573" actId="478"/>
          <ac:spMkLst>
            <pc:docMk/>
            <pc:sldMk cId="2120162573" sldId="277"/>
            <ac:spMk id="5" creationId="{2AD71ED9-26E5-ACBD-4769-AB386C0B1E19}"/>
          </ac:spMkLst>
        </pc:spChg>
        <pc:spChg chg="add del mod">
          <ac:chgData name="Thiago Ney Evaristo Rodrigues" userId="fb50eefc1efb6381" providerId="LiveId" clId="{4A2E2E4D-6AE6-40C9-B147-34264DB25721}" dt="2025-08-18T20:19:58.759" v="3572" actId="478"/>
          <ac:spMkLst>
            <pc:docMk/>
            <pc:sldMk cId="2120162573" sldId="277"/>
            <ac:spMk id="9" creationId="{1C9DAA64-B892-A15B-664A-6E6C6E7C1D30}"/>
          </ac:spMkLst>
        </pc:spChg>
        <pc:spChg chg="add mod">
          <ac:chgData name="Thiago Ney Evaristo Rodrigues" userId="fb50eefc1efb6381" providerId="LiveId" clId="{4A2E2E4D-6AE6-40C9-B147-34264DB25721}" dt="2025-08-18T20:06:24.213" v="2607"/>
          <ac:spMkLst>
            <pc:docMk/>
            <pc:sldMk cId="2120162573" sldId="277"/>
            <ac:spMk id="10" creationId="{B3BB354F-A91B-A1F8-1E56-24CEC543626A}"/>
          </ac:spMkLst>
        </pc:spChg>
        <pc:spChg chg="add mod">
          <ac:chgData name="Thiago Ney Evaristo Rodrigues" userId="fb50eefc1efb6381" providerId="LiveId" clId="{4A2E2E4D-6AE6-40C9-B147-34264DB25721}" dt="2025-08-18T20:06:24.213" v="2607"/>
          <ac:spMkLst>
            <pc:docMk/>
            <pc:sldMk cId="2120162573" sldId="277"/>
            <ac:spMk id="12" creationId="{AA2B9ED0-16CF-2D95-C44A-873090EE528D}"/>
          </ac:spMkLst>
        </pc:spChg>
        <pc:grpChg chg="del">
          <ac:chgData name="Thiago Ney Evaristo Rodrigues" userId="fb50eefc1efb6381" providerId="LiveId" clId="{4A2E2E4D-6AE6-40C9-B147-34264DB25721}" dt="2025-08-18T20:06:23.175" v="2606" actId="478"/>
          <ac:grpSpMkLst>
            <pc:docMk/>
            <pc:sldMk cId="2120162573" sldId="277"/>
            <ac:grpSpMk id="11" creationId="{A4F89E59-1ACF-DC6F-51BC-22C91A63596E}"/>
          </ac:grpSpMkLst>
        </pc:grpChg>
        <pc:graphicFrameChg chg="add mod">
          <ac:chgData name="Thiago Ney Evaristo Rodrigues" userId="fb50eefc1efb6381" providerId="LiveId" clId="{4A2E2E4D-6AE6-40C9-B147-34264DB25721}" dt="2025-08-18T20:06:38.566" v="2608"/>
          <ac:graphicFrameMkLst>
            <pc:docMk/>
            <pc:sldMk cId="2120162573" sldId="277"/>
            <ac:graphicFrameMk id="13" creationId="{5F2C6155-A2EA-18D1-4A48-B81071803B69}"/>
          </ac:graphicFrameMkLst>
        </pc:graphicFrameChg>
        <pc:picChg chg="add mod">
          <ac:chgData name="Thiago Ney Evaristo Rodrigues" userId="fb50eefc1efb6381" providerId="LiveId" clId="{4A2E2E4D-6AE6-40C9-B147-34264DB25721}" dt="2025-08-18T20:07:30.564" v="2623" actId="12789"/>
          <ac:picMkLst>
            <pc:docMk/>
            <pc:sldMk cId="2120162573" sldId="277"/>
            <ac:picMk id="14" creationId="{DAE18134-D13A-7B75-3FEE-3DD4E31C611E}"/>
          </ac:picMkLst>
        </pc:picChg>
      </pc:sldChg>
    </pc:docChg>
  </pc:docChgLst>
  <pc:docChgLst>
    <pc:chgData name="Thiago Ney Evaristo Rodrigues" userId="fb50eefc1efb6381" providerId="LiveId" clId="{CDB8E314-E490-485E-BFDC-E1775CB67CF5}"/>
    <pc:docChg chg="undo redo custSel addSld delSld modSld sldOrd">
      <pc:chgData name="Thiago Ney Evaristo Rodrigues" userId="fb50eefc1efb6381" providerId="LiveId" clId="{CDB8E314-E490-485E-BFDC-E1775CB67CF5}" dt="2025-08-19T23:05:37.440" v="3243"/>
      <pc:docMkLst>
        <pc:docMk/>
      </pc:docMkLst>
      <pc:sldChg chg="del">
        <pc:chgData name="Thiago Ney Evaristo Rodrigues" userId="fb50eefc1efb6381" providerId="LiveId" clId="{CDB8E314-E490-485E-BFDC-E1775CB67CF5}" dt="2025-08-19T03:26:24.436" v="0" actId="47"/>
        <pc:sldMkLst>
          <pc:docMk/>
          <pc:sldMk cId="3536410419" sldId="264"/>
        </pc:sldMkLst>
      </pc:sldChg>
      <pc:sldChg chg="del">
        <pc:chgData name="Thiago Ney Evaristo Rodrigues" userId="fb50eefc1efb6381" providerId="LiveId" clId="{CDB8E314-E490-485E-BFDC-E1775CB67CF5}" dt="2025-08-19T03:26:24.654" v="1" actId="47"/>
        <pc:sldMkLst>
          <pc:docMk/>
          <pc:sldMk cId="280983118" sldId="265"/>
        </pc:sldMkLst>
      </pc:sldChg>
      <pc:sldChg chg="del">
        <pc:chgData name="Thiago Ney Evaristo Rodrigues" userId="fb50eefc1efb6381" providerId="LiveId" clId="{CDB8E314-E490-485E-BFDC-E1775CB67CF5}" dt="2025-08-19T03:26:24.871" v="2" actId="47"/>
        <pc:sldMkLst>
          <pc:docMk/>
          <pc:sldMk cId="3614048354" sldId="266"/>
        </pc:sldMkLst>
      </pc:sldChg>
      <pc:sldChg chg="del">
        <pc:chgData name="Thiago Ney Evaristo Rodrigues" userId="fb50eefc1efb6381" providerId="LiveId" clId="{CDB8E314-E490-485E-BFDC-E1775CB67CF5}" dt="2025-08-19T03:26:26.775" v="6" actId="47"/>
        <pc:sldMkLst>
          <pc:docMk/>
          <pc:sldMk cId="2936865589" sldId="267"/>
        </pc:sldMkLst>
      </pc:sldChg>
      <pc:sldChg chg="del">
        <pc:chgData name="Thiago Ney Evaristo Rodrigues" userId="fb50eefc1efb6381" providerId="LiveId" clId="{CDB8E314-E490-485E-BFDC-E1775CB67CF5}" dt="2025-08-19T03:26:27.664" v="8" actId="47"/>
        <pc:sldMkLst>
          <pc:docMk/>
          <pc:sldMk cId="872924692" sldId="268"/>
        </pc:sldMkLst>
      </pc:sldChg>
      <pc:sldChg chg="addSp delSp modSp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710463504" sldId="271"/>
        </pc:sldMkLst>
        <pc:spChg chg="del mod">
          <ac:chgData name="Thiago Ney Evaristo Rodrigues" userId="fb50eefc1efb6381" providerId="LiveId" clId="{CDB8E314-E490-485E-BFDC-E1775CB67CF5}" dt="2025-08-19T04:05:42.955" v="536" actId="478"/>
          <ac:spMkLst>
            <pc:docMk/>
            <pc:sldMk cId="2710463504" sldId="271"/>
            <ac:spMk id="3" creationId="{6D40C563-F2AC-2FCB-0B18-98F4198A588D}"/>
          </ac:spMkLst>
        </pc:spChg>
        <pc:spChg chg="mod">
          <ac:chgData name="Thiago Ney Evaristo Rodrigues" userId="fb50eefc1efb6381" providerId="LiveId" clId="{CDB8E314-E490-485E-BFDC-E1775CB67CF5}" dt="2025-08-19T04:43:26.241" v="1257" actId="20577"/>
          <ac:spMkLst>
            <pc:docMk/>
            <pc:sldMk cId="2710463504" sldId="271"/>
            <ac:spMk id="7" creationId="{1DAADC52-2031-61FC-738C-F29F455C34F9}"/>
          </ac:spMkLst>
        </pc:spChg>
        <pc:spChg chg="add del mod">
          <ac:chgData name="Thiago Ney Evaristo Rodrigues" userId="fb50eefc1efb6381" providerId="LiveId" clId="{CDB8E314-E490-485E-BFDC-E1775CB67CF5}" dt="2025-08-19T04:25:19.822" v="836" actId="478"/>
          <ac:spMkLst>
            <pc:docMk/>
            <pc:sldMk cId="2710463504" sldId="271"/>
            <ac:spMk id="10" creationId="{F2DA763E-87D5-B302-6280-CE03DA4D8DE7}"/>
          </ac:spMkLst>
        </pc:spChg>
        <pc:spChg chg="add del mod">
          <ac:chgData name="Thiago Ney Evaristo Rodrigues" userId="fb50eefc1efb6381" providerId="LiveId" clId="{CDB8E314-E490-485E-BFDC-E1775CB67CF5}" dt="2025-08-19T04:05:46.233" v="537" actId="478"/>
          <ac:spMkLst>
            <pc:docMk/>
            <pc:sldMk cId="2710463504" sldId="271"/>
            <ac:spMk id="12" creationId="{72079A11-1364-09C9-E58B-20EE89583A8E}"/>
          </ac:spMkLst>
        </pc:spChg>
        <pc:spChg chg="add mod">
          <ac:chgData name="Thiago Ney Evaristo Rodrigues" userId="fb50eefc1efb6381" providerId="LiveId" clId="{CDB8E314-E490-485E-BFDC-E1775CB67CF5}" dt="2025-08-19T04:11:34.345" v="581" actId="164"/>
          <ac:spMkLst>
            <pc:docMk/>
            <pc:sldMk cId="2710463504" sldId="271"/>
            <ac:spMk id="15" creationId="{D0505C55-900A-336F-E52B-DD5F3E35CD72}"/>
          </ac:spMkLst>
        </pc:spChg>
        <pc:spChg chg="add del mod">
          <ac:chgData name="Thiago Ney Evaristo Rodrigues" userId="fb50eefc1efb6381" providerId="LiveId" clId="{CDB8E314-E490-485E-BFDC-E1775CB67CF5}" dt="2025-08-19T04:33:45.699" v="949" actId="478"/>
          <ac:spMkLst>
            <pc:docMk/>
            <pc:sldMk cId="2710463504" sldId="271"/>
            <ac:spMk id="17" creationId="{A75664B5-E3B7-A58B-92A3-05619D926E1D}"/>
          </ac:spMkLst>
        </pc:spChg>
        <pc:spChg chg="add del mod">
          <ac:chgData name="Thiago Ney Evaristo Rodrigues" userId="fb50eefc1efb6381" providerId="LiveId" clId="{CDB8E314-E490-485E-BFDC-E1775CB67CF5}" dt="2025-08-19T04:33:45.699" v="949" actId="478"/>
          <ac:spMkLst>
            <pc:docMk/>
            <pc:sldMk cId="2710463504" sldId="271"/>
            <ac:spMk id="18" creationId="{438FA566-A24A-B45B-5C6D-4B88204C2E42}"/>
          </ac:spMkLst>
        </pc:spChg>
        <pc:spChg chg="mod">
          <ac:chgData name="Thiago Ney Evaristo Rodrigues" userId="fb50eefc1efb6381" providerId="LiveId" clId="{CDB8E314-E490-485E-BFDC-E1775CB67CF5}" dt="2025-08-19T04:22:46.138" v="811" actId="404"/>
          <ac:spMkLst>
            <pc:docMk/>
            <pc:sldMk cId="2710463504" sldId="271"/>
            <ac:spMk id="21" creationId="{EA40D69F-9483-502F-0A7B-6CAF40D8B81A}"/>
          </ac:spMkLst>
        </pc:spChg>
        <pc:spChg chg="add mod">
          <ac:chgData name="Thiago Ney Evaristo Rodrigues" userId="fb50eefc1efb6381" providerId="LiveId" clId="{CDB8E314-E490-485E-BFDC-E1775CB67CF5}" dt="2025-08-19T04:25:32.504" v="839" actId="12789"/>
          <ac:spMkLst>
            <pc:docMk/>
            <pc:sldMk cId="2710463504" sldId="271"/>
            <ac:spMk id="22" creationId="{19B54B60-BDCB-4B41-6568-CDCBBAE82A2C}"/>
          </ac:spMkLst>
        </pc:spChg>
        <pc:spChg chg="mod">
          <ac:chgData name="Thiago Ney Evaristo Rodrigues" userId="fb50eefc1efb6381" providerId="LiveId" clId="{CDB8E314-E490-485E-BFDC-E1775CB67CF5}" dt="2025-08-19T04:25:21.797" v="838" actId="207"/>
          <ac:spMkLst>
            <pc:docMk/>
            <pc:sldMk cId="2710463504" sldId="271"/>
            <ac:spMk id="25" creationId="{4AC45381-A30B-865D-B2DE-C3FD274B9229}"/>
          </ac:spMkLst>
        </pc:spChg>
        <pc:grpChg chg="add del mod">
          <ac:chgData name="Thiago Ney Evaristo Rodrigues" userId="fb50eefc1efb6381" providerId="LiveId" clId="{CDB8E314-E490-485E-BFDC-E1775CB67CF5}" dt="2025-08-19T04:19:40.276" v="718" actId="478"/>
          <ac:grpSpMkLst>
            <pc:docMk/>
            <pc:sldMk cId="2710463504" sldId="271"/>
            <ac:grpSpMk id="16" creationId="{33A9715E-BE19-1E51-D7C0-FBA895A5AD52}"/>
          </ac:grpSpMkLst>
        </pc:grpChg>
        <pc:grpChg chg="add del mod">
          <ac:chgData name="Thiago Ney Evaristo Rodrigues" userId="fb50eefc1efb6381" providerId="LiveId" clId="{CDB8E314-E490-485E-BFDC-E1775CB67CF5}" dt="2025-08-19T04:25:19.822" v="836" actId="478"/>
          <ac:grpSpMkLst>
            <pc:docMk/>
            <pc:sldMk cId="2710463504" sldId="271"/>
            <ac:grpSpMk id="19" creationId="{6C9D6A22-0AB0-5C56-78B3-4D0E50D70CBA}"/>
          </ac:grpSpMkLst>
        </pc:grpChg>
        <pc:grpChg chg="add mod">
          <ac:chgData name="Thiago Ney Evaristo Rodrigues" userId="fb50eefc1efb6381" providerId="LiveId" clId="{CDB8E314-E490-485E-BFDC-E1775CB67CF5}" dt="2025-08-19T04:25:32.504" v="839" actId="12789"/>
          <ac:grpSpMkLst>
            <pc:docMk/>
            <pc:sldMk cId="2710463504" sldId="271"/>
            <ac:grpSpMk id="23" creationId="{C6F9FBD9-CE75-3B21-A17E-B48B4266478F}"/>
          </ac:grpSpMkLst>
        </pc:grpChg>
        <pc:picChg chg="add mod">
          <ac:chgData name="Thiago Ney Evaristo Rodrigues" userId="fb50eefc1efb6381" providerId="LiveId" clId="{CDB8E314-E490-485E-BFDC-E1775CB67CF5}" dt="2025-08-19T03:31:49.971" v="54"/>
          <ac:picMkLst>
            <pc:docMk/>
            <pc:sldMk cId="2710463504" sldId="271"/>
            <ac:picMk id="2" creationId="{60C98168-A022-0A84-89E5-CBA549F5B68D}"/>
          </ac:picMkLst>
        </pc:picChg>
        <pc:picChg chg="add del mod">
          <ac:chgData name="Thiago Ney Evaristo Rodrigues" userId="fb50eefc1efb6381" providerId="LiveId" clId="{CDB8E314-E490-485E-BFDC-E1775CB67CF5}" dt="2025-08-19T03:36:05.913" v="101" actId="478"/>
          <ac:picMkLst>
            <pc:docMk/>
            <pc:sldMk cId="2710463504" sldId="271"/>
            <ac:picMk id="6" creationId="{37C4FA66-FC3C-BE53-2875-35238DFF9F03}"/>
          </ac:picMkLst>
        </pc:picChg>
        <pc:picChg chg="add del">
          <ac:chgData name="Thiago Ney Evaristo Rodrigues" userId="fb50eefc1efb6381" providerId="LiveId" clId="{CDB8E314-E490-485E-BFDC-E1775CB67CF5}" dt="2025-08-19T03:36:04.911" v="100" actId="478"/>
          <ac:picMkLst>
            <pc:docMk/>
            <pc:sldMk cId="2710463504" sldId="271"/>
            <ac:picMk id="8" creationId="{C04F3CA1-7FCB-16A1-EBF6-C4EB22D644CC}"/>
          </ac:picMkLst>
        </pc:picChg>
        <pc:picChg chg="add mod">
          <ac:chgData name="Thiago Ney Evaristo Rodrigues" userId="fb50eefc1efb6381" providerId="LiveId" clId="{CDB8E314-E490-485E-BFDC-E1775CB67CF5}" dt="2025-08-19T03:36:07.024" v="102"/>
          <ac:picMkLst>
            <pc:docMk/>
            <pc:sldMk cId="2710463504" sldId="271"/>
            <ac:picMk id="9" creationId="{04B64EB7-C89C-26CE-18B4-570BE5984D06}"/>
          </ac:picMkLst>
        </pc:picChg>
        <pc:picChg chg="add mod">
          <ac:chgData name="Thiago Ney Evaristo Rodrigues" userId="fb50eefc1efb6381" providerId="LiveId" clId="{CDB8E314-E490-485E-BFDC-E1775CB67CF5}" dt="2025-08-19T04:11:34.345" v="581" actId="164"/>
          <ac:picMkLst>
            <pc:docMk/>
            <pc:sldMk cId="2710463504" sldId="271"/>
            <ac:picMk id="14" creationId="{B7EF9608-B2EB-2C06-0004-7D265A63BF17}"/>
          </ac:picMkLst>
        </pc:picChg>
        <pc:picChg chg="mod">
          <ac:chgData name="Thiago Ney Evaristo Rodrigues" userId="fb50eefc1efb6381" providerId="LiveId" clId="{CDB8E314-E490-485E-BFDC-E1775CB67CF5}" dt="2025-08-19T04:19:41.393" v="719"/>
          <ac:picMkLst>
            <pc:docMk/>
            <pc:sldMk cId="2710463504" sldId="271"/>
            <ac:picMk id="20" creationId="{8BC66FFE-055F-7E9B-7D7D-998F17455FEA}"/>
          </ac:picMkLst>
        </pc:picChg>
        <pc:picChg chg="mod">
          <ac:chgData name="Thiago Ney Evaristo Rodrigues" userId="fb50eefc1efb6381" providerId="LiveId" clId="{CDB8E314-E490-485E-BFDC-E1775CB67CF5}" dt="2025-08-19T04:25:20.265" v="837"/>
          <ac:picMkLst>
            <pc:docMk/>
            <pc:sldMk cId="2710463504" sldId="271"/>
            <ac:picMk id="24" creationId="{B6CF7ED8-704D-E0D5-DFA0-E2101FFDB850}"/>
          </ac:picMkLst>
        </pc:picChg>
      </pc:sldChg>
      <pc:sldChg chg="addSp delSp modSp mod modTransition modShow">
        <pc:chgData name="Thiago Ney Evaristo Rodrigues" userId="fb50eefc1efb6381" providerId="LiveId" clId="{CDB8E314-E490-485E-BFDC-E1775CB67CF5}" dt="2025-08-19T23:05:37.440" v="3243"/>
        <pc:sldMkLst>
          <pc:docMk/>
          <pc:sldMk cId="1161736965" sldId="272"/>
        </pc:sldMkLst>
        <pc:spChg chg="mod">
          <ac:chgData name="Thiago Ney Evaristo Rodrigues" userId="fb50eefc1efb6381" providerId="LiveId" clId="{CDB8E314-E490-485E-BFDC-E1775CB67CF5}" dt="2025-08-19T04:06:32.569" v="551" actId="20577"/>
          <ac:spMkLst>
            <pc:docMk/>
            <pc:sldMk cId="1161736965" sldId="272"/>
            <ac:spMk id="2" creationId="{BBBC1C3D-C618-7C9D-E408-52E73CDCC102}"/>
          </ac:spMkLst>
        </pc:spChg>
        <pc:spChg chg="mod">
          <ac:chgData name="Thiago Ney Evaristo Rodrigues" userId="fb50eefc1efb6381" providerId="LiveId" clId="{CDB8E314-E490-485E-BFDC-E1775CB67CF5}" dt="2025-08-19T03:58:24.651" v="457" actId="6549"/>
          <ac:spMkLst>
            <pc:docMk/>
            <pc:sldMk cId="1161736965" sldId="272"/>
            <ac:spMk id="3" creationId="{0602F417-C2BA-82D2-A79A-BEAE1A782593}"/>
          </ac:spMkLst>
        </pc:spChg>
        <pc:spChg chg="mod ord">
          <ac:chgData name="Thiago Ney Evaristo Rodrigues" userId="fb50eefc1efb6381" providerId="LiveId" clId="{CDB8E314-E490-485E-BFDC-E1775CB67CF5}" dt="2025-08-19T04:06:55.108" v="558" actId="1076"/>
          <ac:spMkLst>
            <pc:docMk/>
            <pc:sldMk cId="1161736965" sldId="272"/>
            <ac:spMk id="10" creationId="{35B696B7-EAF9-43C8-FE97-AA60F7B69A41}"/>
          </ac:spMkLst>
        </pc:spChg>
        <pc:spChg chg="mod ord">
          <ac:chgData name="Thiago Ney Evaristo Rodrigues" userId="fb50eefc1efb6381" providerId="LiveId" clId="{CDB8E314-E490-485E-BFDC-E1775CB67CF5}" dt="2025-08-19T04:06:54.405" v="556" actId="1076"/>
          <ac:spMkLst>
            <pc:docMk/>
            <pc:sldMk cId="1161736965" sldId="272"/>
            <ac:spMk id="11" creationId="{C3DA79A5-1B9B-1336-8CD9-3885DA32B84D}"/>
          </ac:spMkLst>
        </pc:spChg>
        <pc:picChg chg="add mod">
          <ac:chgData name="Thiago Ney Evaristo Rodrigues" userId="fb50eefc1efb6381" providerId="LiveId" clId="{CDB8E314-E490-485E-BFDC-E1775CB67CF5}" dt="2025-08-19T03:31:57.807" v="57"/>
          <ac:picMkLst>
            <pc:docMk/>
            <pc:sldMk cId="1161736965" sldId="272"/>
            <ac:picMk id="4" creationId="{8C428977-C162-8B00-606E-06976C0B0827}"/>
          </ac:picMkLst>
        </pc:picChg>
        <pc:picChg chg="add del mod">
          <ac:chgData name="Thiago Ney Evaristo Rodrigues" userId="fb50eefc1efb6381" providerId="LiveId" clId="{CDB8E314-E490-485E-BFDC-E1775CB67CF5}" dt="2025-08-19T03:36:41.771" v="113" actId="478"/>
          <ac:picMkLst>
            <pc:docMk/>
            <pc:sldMk cId="1161736965" sldId="272"/>
            <ac:picMk id="5" creationId="{8D1F9D6F-55C2-3FFC-06D5-DF7D89240788}"/>
          </ac:picMkLst>
        </pc:picChg>
        <pc:picChg chg="add mod ord">
          <ac:chgData name="Thiago Ney Evaristo Rodrigues" userId="fb50eefc1efb6381" providerId="LiveId" clId="{CDB8E314-E490-485E-BFDC-E1775CB67CF5}" dt="2025-08-19T03:55:53.538" v="345" actId="166"/>
          <ac:picMkLst>
            <pc:docMk/>
            <pc:sldMk cId="1161736965" sldId="272"/>
            <ac:picMk id="6" creationId="{FF53CE61-CC06-07B3-2FD9-B3FDD63B7196}"/>
          </ac:picMkLst>
        </pc:picChg>
        <pc:picChg chg="del">
          <ac:chgData name="Thiago Ney Evaristo Rodrigues" userId="fb50eefc1efb6381" providerId="LiveId" clId="{CDB8E314-E490-485E-BFDC-E1775CB67CF5}" dt="2025-08-19T03:55:06.988" v="335" actId="478"/>
          <ac:picMkLst>
            <pc:docMk/>
            <pc:sldMk cId="1161736965" sldId="272"/>
            <ac:picMk id="9" creationId="{36BD1F49-4C69-C48A-2CD9-660724FBDF08}"/>
          </ac:picMkLst>
        </pc:picChg>
        <pc:picChg chg="add mod ord modCrop">
          <ac:chgData name="Thiago Ney Evaristo Rodrigues" userId="fb50eefc1efb6381" providerId="LiveId" clId="{CDB8E314-E490-485E-BFDC-E1775CB67CF5}" dt="2025-08-19T04:06:54.709" v="557" actId="1076"/>
          <ac:picMkLst>
            <pc:docMk/>
            <pc:sldMk cId="1161736965" sldId="272"/>
            <ac:picMk id="12" creationId="{1645F89A-721F-23BD-C646-A61D22E0B977}"/>
          </ac:picMkLst>
        </pc:picChg>
        <pc:picChg chg="add del mod">
          <ac:chgData name="Thiago Ney Evaristo Rodrigues" userId="fb50eefc1efb6381" providerId="LiveId" clId="{CDB8E314-E490-485E-BFDC-E1775CB67CF5}" dt="2025-08-19T03:59:44.725" v="465" actId="478"/>
          <ac:picMkLst>
            <pc:docMk/>
            <pc:sldMk cId="1161736965" sldId="272"/>
            <ac:picMk id="1026" creationId="{279DD948-928A-55DB-1B86-01A6D98315B8}"/>
          </ac:picMkLst>
        </pc:picChg>
      </pc:sldChg>
      <pc:sldChg chg="addSp delSp modSp add del mod">
        <pc:chgData name="Thiago Ney Evaristo Rodrigues" userId="fb50eefc1efb6381" providerId="LiveId" clId="{CDB8E314-E490-485E-BFDC-E1775CB67CF5}" dt="2025-08-19T03:36:51.581" v="114" actId="47"/>
        <pc:sldMkLst>
          <pc:docMk/>
          <pc:sldMk cId="485279989" sldId="273"/>
        </pc:sldMkLst>
        <pc:spChg chg="mod ord">
          <ac:chgData name="Thiago Ney Evaristo Rodrigues" userId="fb50eefc1efb6381" providerId="LiveId" clId="{CDB8E314-E490-485E-BFDC-E1775CB67CF5}" dt="2025-08-19T03:35:57.273" v="99" actId="12789"/>
          <ac:spMkLst>
            <pc:docMk/>
            <pc:sldMk cId="485279989" sldId="273"/>
            <ac:spMk id="4" creationId="{22C75B51-0290-10C7-A4CF-5ABDC89CB784}"/>
          </ac:spMkLst>
        </pc:spChg>
        <pc:picChg chg="mod ord">
          <ac:chgData name="Thiago Ney Evaristo Rodrigues" userId="fb50eefc1efb6381" providerId="LiveId" clId="{CDB8E314-E490-485E-BFDC-E1775CB67CF5}" dt="2025-08-19T03:35:57.273" v="99" actId="12789"/>
          <ac:picMkLst>
            <pc:docMk/>
            <pc:sldMk cId="485279989" sldId="273"/>
            <ac:picMk id="6" creationId="{322E10AC-3E63-5ACD-5579-961BF6177003}"/>
          </ac:picMkLst>
        </pc:picChg>
        <pc:picChg chg="add del mod ord">
          <ac:chgData name="Thiago Ney Evaristo Rodrigues" userId="fb50eefc1efb6381" providerId="LiveId" clId="{CDB8E314-E490-485E-BFDC-E1775CB67CF5}" dt="2025-08-19T03:35:52.980" v="98" actId="478"/>
          <ac:picMkLst>
            <pc:docMk/>
            <pc:sldMk cId="485279989" sldId="273"/>
            <ac:picMk id="8" creationId="{B6D6AE77-127D-BED1-1B54-B25D33505395}"/>
          </ac:picMkLst>
        </pc:picChg>
      </pc:sldChg>
      <pc:sldChg chg="delSp modSp add mod ord modTransition modShow">
        <pc:chgData name="Thiago Ney Evaristo Rodrigues" userId="fb50eefc1efb6381" providerId="LiveId" clId="{CDB8E314-E490-485E-BFDC-E1775CB67CF5}" dt="2025-08-19T23:05:37.440" v="3243"/>
        <pc:sldMkLst>
          <pc:docMk/>
          <pc:sldMk cId="1206574297" sldId="273"/>
        </pc:sldMkLst>
        <pc:spChg chg="mod">
          <ac:chgData name="Thiago Ney Evaristo Rodrigues" userId="fb50eefc1efb6381" providerId="LiveId" clId="{CDB8E314-E490-485E-BFDC-E1775CB67CF5}" dt="2025-08-19T04:06:42.587" v="552"/>
          <ac:spMkLst>
            <pc:docMk/>
            <pc:sldMk cId="1206574297" sldId="273"/>
            <ac:spMk id="2" creationId="{6E9DE9B7-E2E5-9CA1-05B4-5AF06808C3D0}"/>
          </ac:spMkLst>
        </pc:spChg>
        <pc:spChg chg="mod">
          <ac:chgData name="Thiago Ney Evaristo Rodrigues" userId="fb50eefc1efb6381" providerId="LiveId" clId="{CDB8E314-E490-485E-BFDC-E1775CB67CF5}" dt="2025-08-19T04:02:14.531" v="480" actId="554"/>
          <ac:spMkLst>
            <pc:docMk/>
            <pc:sldMk cId="1206574297" sldId="273"/>
            <ac:spMk id="10" creationId="{089D8854-3CFF-B3CE-6FF4-706AE654EF04}"/>
          </ac:spMkLst>
        </pc:spChg>
        <pc:picChg chg="del">
          <ac:chgData name="Thiago Ney Evaristo Rodrigues" userId="fb50eefc1efb6381" providerId="LiveId" clId="{CDB8E314-E490-485E-BFDC-E1775CB67CF5}" dt="2025-08-19T04:01:40.887" v="469" actId="478"/>
          <ac:picMkLst>
            <pc:docMk/>
            <pc:sldMk cId="1206574297" sldId="273"/>
            <ac:picMk id="12" creationId="{534E5018-C70A-0B16-6287-063346DA7215}"/>
          </ac:picMkLst>
        </pc:picChg>
        <pc:picChg chg="mod">
          <ac:chgData name="Thiago Ney Evaristo Rodrigues" userId="fb50eefc1efb6381" providerId="LiveId" clId="{CDB8E314-E490-485E-BFDC-E1775CB67CF5}" dt="2025-08-19T04:02:07.847" v="478" actId="554"/>
          <ac:picMkLst>
            <pc:docMk/>
            <pc:sldMk cId="1206574297" sldId="273"/>
            <ac:picMk id="1026" creationId="{656BAEC9-D09C-D331-23C8-DFDCBDFC701C}"/>
          </ac:picMkLst>
        </pc:picChg>
      </pc:sldChg>
      <pc:sldChg chg="add">
        <pc:chgData name="Thiago Ney Evaristo Rodrigues" userId="fb50eefc1efb6381" providerId="LiveId" clId="{CDB8E314-E490-485E-BFDC-E1775CB67CF5}" dt="2025-08-19T03:26:35.017" v="10" actId="2890"/>
        <pc:sldMkLst>
          <pc:docMk/>
          <pc:sldMk cId="1257190996" sldId="273"/>
        </pc:sldMkLst>
      </pc:sldChg>
      <pc:sldChg chg="del">
        <pc:chgData name="Thiago Ney Evaristo Rodrigues" userId="fb50eefc1efb6381" providerId="LiveId" clId="{CDB8E314-E490-485E-BFDC-E1775CB67CF5}" dt="2025-08-19T03:26:25.968" v="4" actId="47"/>
        <pc:sldMkLst>
          <pc:docMk/>
          <pc:sldMk cId="1618868839" sldId="273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384704189" sldId="274"/>
        </pc:sldMkLst>
        <pc:spChg chg="add del mod">
          <ac:chgData name="Thiago Ney Evaristo Rodrigues" userId="fb50eefc1efb6381" providerId="LiveId" clId="{CDB8E314-E490-485E-BFDC-E1775CB67CF5}" dt="2025-08-19T14:57:07.192" v="1709" actId="478"/>
          <ac:spMkLst>
            <pc:docMk/>
            <pc:sldMk cId="3384704189" sldId="274"/>
            <ac:spMk id="2" creationId="{399AA02F-0BF2-A964-59EB-BC9C5B01D785}"/>
          </ac:spMkLst>
        </pc:spChg>
        <pc:spChg chg="add del mod">
          <ac:chgData name="Thiago Ney Evaristo Rodrigues" userId="fb50eefc1efb6381" providerId="LiveId" clId="{CDB8E314-E490-485E-BFDC-E1775CB67CF5}" dt="2025-08-19T15:14:24.555" v="1815" actId="478"/>
          <ac:spMkLst>
            <pc:docMk/>
            <pc:sldMk cId="3384704189" sldId="274"/>
            <ac:spMk id="3" creationId="{03195EBC-F080-3FFF-96C4-E334E926A8E2}"/>
          </ac:spMkLst>
        </pc:spChg>
        <pc:spChg chg="mod">
          <ac:chgData name="Thiago Ney Evaristo Rodrigues" userId="fb50eefc1efb6381" providerId="LiveId" clId="{CDB8E314-E490-485E-BFDC-E1775CB67CF5}" dt="2025-08-19T04:22:50.870" v="812" actId="404"/>
          <ac:spMkLst>
            <pc:docMk/>
            <pc:sldMk cId="3384704189" sldId="274"/>
            <ac:spMk id="5" creationId="{41C2104C-27DD-1BBB-3BBE-550407323DA4}"/>
          </ac:spMkLst>
        </pc:spChg>
        <pc:spChg chg="add del mod">
          <ac:chgData name="Thiago Ney Evaristo Rodrigues" userId="fb50eefc1efb6381" providerId="LiveId" clId="{CDB8E314-E490-485E-BFDC-E1775CB67CF5}" dt="2025-08-19T15:14:25.456" v="1816" actId="478"/>
          <ac:spMkLst>
            <pc:docMk/>
            <pc:sldMk cId="3384704189" sldId="274"/>
            <ac:spMk id="5" creationId="{B92D0618-4E61-BBF1-9925-4AAE88B4A38E}"/>
          </ac:spMkLst>
        </pc:spChg>
        <pc:spChg chg="add del mod">
          <ac:chgData name="Thiago Ney Evaristo Rodrigues" userId="fb50eefc1efb6381" providerId="LiveId" clId="{CDB8E314-E490-485E-BFDC-E1775CB67CF5}" dt="2025-08-19T04:24:58.911" v="833" actId="478"/>
          <ac:spMkLst>
            <pc:docMk/>
            <pc:sldMk cId="3384704189" sldId="274"/>
            <ac:spMk id="6" creationId="{A82743C1-9CD2-1601-2102-D9FAD9FAF00F}"/>
          </ac:spMkLst>
        </pc:spChg>
        <pc:spChg chg="mod">
          <ac:chgData name="Thiago Ney Evaristo Rodrigues" userId="fb50eefc1efb6381" providerId="LiveId" clId="{CDB8E314-E490-485E-BFDC-E1775CB67CF5}" dt="2025-08-19T14:53:28.670" v="1653" actId="20577"/>
          <ac:spMkLst>
            <pc:docMk/>
            <pc:sldMk cId="3384704189" sldId="274"/>
            <ac:spMk id="7" creationId="{535B97F7-282A-3DF3-5F61-1E9F6E21CDA9}"/>
          </ac:spMkLst>
        </pc:spChg>
        <pc:spChg chg="add mod topLvl">
          <ac:chgData name="Thiago Ney Evaristo Rodrigues" userId="fb50eefc1efb6381" providerId="LiveId" clId="{CDB8E314-E490-485E-BFDC-E1775CB67CF5}" dt="2025-08-19T15:22:33.873" v="1840" actId="115"/>
          <ac:spMkLst>
            <pc:docMk/>
            <pc:sldMk cId="3384704189" sldId="274"/>
            <ac:spMk id="8" creationId="{DA7DB3D6-169D-A3E5-6CCE-2424F4693484}"/>
          </ac:spMkLst>
        </pc:spChg>
        <pc:spChg chg="del mod">
          <ac:chgData name="Thiago Ney Evaristo Rodrigues" userId="fb50eefc1efb6381" providerId="LiveId" clId="{CDB8E314-E490-485E-BFDC-E1775CB67CF5}" dt="2025-08-19T04:20:00.769" v="721" actId="478"/>
          <ac:spMkLst>
            <pc:docMk/>
            <pc:sldMk cId="3384704189" sldId="274"/>
            <ac:spMk id="10" creationId="{13A50AD9-275F-5AC9-D203-6DDE07B3A9DC}"/>
          </ac:spMkLst>
        </pc:spChg>
        <pc:spChg chg="del mod">
          <ac:chgData name="Thiago Ney Evaristo Rodrigues" userId="fb50eefc1efb6381" providerId="LiveId" clId="{CDB8E314-E490-485E-BFDC-E1775CB67CF5}" dt="2025-08-19T04:33:49.440" v="950" actId="478"/>
          <ac:spMkLst>
            <pc:docMk/>
            <pc:sldMk cId="3384704189" sldId="274"/>
            <ac:spMk id="17" creationId="{83E1B87D-665B-0C99-9799-1613694B50E8}"/>
          </ac:spMkLst>
        </pc:spChg>
        <pc:spChg chg="del mod">
          <ac:chgData name="Thiago Ney Evaristo Rodrigues" userId="fb50eefc1efb6381" providerId="LiveId" clId="{CDB8E314-E490-485E-BFDC-E1775CB67CF5}" dt="2025-08-19T04:33:49.440" v="950" actId="478"/>
          <ac:spMkLst>
            <pc:docMk/>
            <pc:sldMk cId="3384704189" sldId="274"/>
            <ac:spMk id="18" creationId="{11D2CB5B-0C27-3613-5643-0B0C9E2C0E3D}"/>
          </ac:spMkLst>
        </pc:spChg>
        <pc:spChg chg="mod topLvl">
          <ac:chgData name="Thiago Ney Evaristo Rodrigues" userId="fb50eefc1efb6381" providerId="LiveId" clId="{CDB8E314-E490-485E-BFDC-E1775CB67CF5}" dt="2025-08-19T04:30:11.450" v="934" actId="165"/>
          <ac:spMkLst>
            <pc:docMk/>
            <pc:sldMk cId="3384704189" sldId="274"/>
            <ac:spMk id="20" creationId="{49FE986E-2DAC-DEA7-A291-02C979B22B85}"/>
          </ac:spMkLst>
        </pc:spChg>
        <pc:spChg chg="mod topLvl">
          <ac:chgData name="Thiago Ney Evaristo Rodrigues" userId="fb50eefc1efb6381" providerId="LiveId" clId="{CDB8E314-E490-485E-BFDC-E1775CB67CF5}" dt="2025-08-19T14:59:38.555" v="1729" actId="165"/>
          <ac:spMkLst>
            <pc:docMk/>
            <pc:sldMk cId="3384704189" sldId="274"/>
            <ac:spMk id="22" creationId="{CCF92664-BE6E-F4FD-8F05-567D314C29C0}"/>
          </ac:spMkLst>
        </pc:spChg>
        <pc:grpChg chg="add del mod">
          <ac:chgData name="Thiago Ney Evaristo Rodrigues" userId="fb50eefc1efb6381" providerId="LiveId" clId="{CDB8E314-E490-485E-BFDC-E1775CB67CF5}" dt="2025-08-19T04:24:58.911" v="833" actId="478"/>
          <ac:grpSpMkLst>
            <pc:docMk/>
            <pc:sldMk cId="3384704189" sldId="274"/>
            <ac:grpSpMk id="2" creationId="{85AC96A3-0610-29D7-2508-225FD06FB8A7}"/>
          </ac:grpSpMkLst>
        </pc:grpChg>
        <pc:grpChg chg="add del mod">
          <ac:chgData name="Thiago Ney Evaristo Rodrigues" userId="fb50eefc1efb6381" providerId="LiveId" clId="{CDB8E314-E490-485E-BFDC-E1775CB67CF5}" dt="2025-08-19T14:59:38.555" v="1729" actId="165"/>
          <ac:grpSpMkLst>
            <pc:docMk/>
            <pc:sldMk cId="3384704189" sldId="274"/>
            <ac:grpSpMk id="6" creationId="{C34CA4EC-3461-5707-149F-007CF9D8B9A5}"/>
          </ac:grpSpMkLst>
        </pc:grpChg>
        <pc:grpChg chg="add del mod">
          <ac:chgData name="Thiago Ney Evaristo Rodrigues" userId="fb50eefc1efb6381" providerId="LiveId" clId="{CDB8E314-E490-485E-BFDC-E1775CB67CF5}" dt="2025-08-19T04:28:31.236" v="892" actId="165"/>
          <ac:grpSpMkLst>
            <pc:docMk/>
            <pc:sldMk cId="3384704189" sldId="274"/>
            <ac:grpSpMk id="11" creationId="{2C859BF7-0263-3A7A-F60F-61200803F21A}"/>
          </ac:grpSpMkLst>
        </pc:grpChg>
        <pc:grpChg chg="del mod topLvl">
          <ac:chgData name="Thiago Ney Evaristo Rodrigues" userId="fb50eefc1efb6381" providerId="LiveId" clId="{CDB8E314-E490-485E-BFDC-E1775CB67CF5}" dt="2025-08-19T04:28:52.844" v="895" actId="165"/>
          <ac:grpSpMkLst>
            <pc:docMk/>
            <pc:sldMk cId="3384704189" sldId="274"/>
            <ac:grpSpMk id="12" creationId="{34CC74C1-1C88-D921-1091-429FC4366642}"/>
          </ac:grpSpMkLst>
        </pc:grpChg>
        <pc:grpChg chg="del mod topLvl">
          <ac:chgData name="Thiago Ney Evaristo Rodrigues" userId="fb50eefc1efb6381" providerId="LiveId" clId="{CDB8E314-E490-485E-BFDC-E1775CB67CF5}" dt="2025-08-19T04:28:35.765" v="893" actId="165"/>
          <ac:grpSpMkLst>
            <pc:docMk/>
            <pc:sldMk cId="3384704189" sldId="274"/>
            <ac:grpSpMk id="13" creationId="{9443F1C4-1907-9EE4-BFF8-90E0E528C59B}"/>
          </ac:grpSpMkLst>
        </pc:grpChg>
        <pc:grpChg chg="del">
          <ac:chgData name="Thiago Ney Evaristo Rodrigues" userId="fb50eefc1efb6381" providerId="LiveId" clId="{CDB8E314-E490-485E-BFDC-E1775CB67CF5}" dt="2025-08-19T04:19:36.401" v="716" actId="478"/>
          <ac:grpSpMkLst>
            <pc:docMk/>
            <pc:sldMk cId="3384704189" sldId="274"/>
            <ac:grpSpMk id="16" creationId="{28B16712-D1AB-0926-D4D2-03BD3CADFB1F}"/>
          </ac:grpSpMkLst>
        </pc:grpChg>
        <pc:grpChg chg="add del mod topLvl">
          <ac:chgData name="Thiago Ney Evaristo Rodrigues" userId="fb50eefc1efb6381" providerId="LiveId" clId="{CDB8E314-E490-485E-BFDC-E1775CB67CF5}" dt="2025-08-19T14:53:08.186" v="1628" actId="478"/>
          <ac:grpSpMkLst>
            <pc:docMk/>
            <pc:sldMk cId="3384704189" sldId="274"/>
            <ac:grpSpMk id="23" creationId="{F89EAB56-2BD2-F534-0C67-E6F64619A770}"/>
          </ac:grpSpMkLst>
        </pc:grpChg>
        <pc:grpChg chg="add mod topLvl">
          <ac:chgData name="Thiago Ney Evaristo Rodrigues" userId="fb50eefc1efb6381" providerId="LiveId" clId="{CDB8E314-E490-485E-BFDC-E1775CB67CF5}" dt="2025-08-19T14:59:38.555" v="1729" actId="165"/>
          <ac:grpSpMkLst>
            <pc:docMk/>
            <pc:sldMk cId="3384704189" sldId="274"/>
            <ac:grpSpMk id="24" creationId="{AA75C8AA-4FBD-7E46-A4FC-9BF854642B5D}"/>
          </ac:grpSpMkLst>
        </pc:grpChg>
        <pc:grpChg chg="add del mod">
          <ac:chgData name="Thiago Ney Evaristo Rodrigues" userId="fb50eefc1efb6381" providerId="LiveId" clId="{CDB8E314-E490-485E-BFDC-E1775CB67CF5}" dt="2025-08-19T04:29:45.891" v="929" actId="165"/>
          <ac:grpSpMkLst>
            <pc:docMk/>
            <pc:sldMk cId="3384704189" sldId="274"/>
            <ac:grpSpMk id="25" creationId="{B916DD57-1B55-95B8-9499-EF9522B01BFD}"/>
          </ac:grpSpMkLst>
        </pc:grpChg>
        <pc:grpChg chg="add del mod topLvl">
          <ac:chgData name="Thiago Ney Evaristo Rodrigues" userId="fb50eefc1efb6381" providerId="LiveId" clId="{CDB8E314-E490-485E-BFDC-E1775CB67CF5}" dt="2025-08-19T04:30:11.450" v="934" actId="165"/>
          <ac:grpSpMkLst>
            <pc:docMk/>
            <pc:sldMk cId="3384704189" sldId="274"/>
            <ac:grpSpMk id="26" creationId="{5A7B8CCE-6578-C7EC-C087-976DDEFC7EAE}"/>
          </ac:grpSpMkLst>
        </pc:grpChg>
        <pc:grpChg chg="add del mod">
          <ac:chgData name="Thiago Ney Evaristo Rodrigues" userId="fb50eefc1efb6381" providerId="LiveId" clId="{CDB8E314-E490-485E-BFDC-E1775CB67CF5}" dt="2025-08-19T04:30:07.221" v="933" actId="165"/>
          <ac:grpSpMkLst>
            <pc:docMk/>
            <pc:sldMk cId="3384704189" sldId="274"/>
            <ac:grpSpMk id="27" creationId="{09B4C02B-DFA5-9B46-99C7-6C32BFCDA98B}"/>
          </ac:grpSpMkLst>
        </pc:grpChg>
        <pc:picChg chg="mod">
          <ac:chgData name="Thiago Ney Evaristo Rodrigues" userId="fb50eefc1efb6381" providerId="LiveId" clId="{CDB8E314-E490-485E-BFDC-E1775CB67CF5}" dt="2025-08-19T04:19:37.324" v="717"/>
          <ac:picMkLst>
            <pc:docMk/>
            <pc:sldMk cId="3384704189" sldId="274"/>
            <ac:picMk id="3" creationId="{329F03D6-81C2-DD7E-886B-3943B483B78B}"/>
          </ac:picMkLst>
        </pc:picChg>
        <pc:picChg chg="mod topLvl">
          <ac:chgData name="Thiago Ney Evaristo Rodrigues" userId="fb50eefc1efb6381" providerId="LiveId" clId="{CDB8E314-E490-485E-BFDC-E1775CB67CF5}" dt="2025-08-19T04:30:11.450" v="934" actId="165"/>
          <ac:picMkLst>
            <pc:docMk/>
            <pc:sldMk cId="3384704189" sldId="274"/>
            <ac:picMk id="19" creationId="{CFC17638-3FFB-915D-0176-848B967A9C50}"/>
          </ac:picMkLst>
        </pc:picChg>
        <pc:picChg chg="mod topLvl">
          <ac:chgData name="Thiago Ney Evaristo Rodrigues" userId="fb50eefc1efb6381" providerId="LiveId" clId="{CDB8E314-E490-485E-BFDC-E1775CB67CF5}" dt="2025-08-19T14:59:38.555" v="1729" actId="165"/>
          <ac:picMkLst>
            <pc:docMk/>
            <pc:sldMk cId="3384704189" sldId="274"/>
            <ac:picMk id="21" creationId="{DB9168E9-65BE-0A0E-35A0-148CBC6E7263}"/>
          </ac:picMkLst>
        </pc:picChg>
      </pc:sldChg>
      <pc:sldChg chg="del">
        <pc:chgData name="Thiago Ney Evaristo Rodrigues" userId="fb50eefc1efb6381" providerId="LiveId" clId="{CDB8E314-E490-485E-BFDC-E1775CB67CF5}" dt="2025-08-19T03:26:25.468" v="3" actId="47"/>
        <pc:sldMkLst>
          <pc:docMk/>
          <pc:sldMk cId="3847462140" sldId="274"/>
        </pc:sldMkLst>
      </pc:sldChg>
      <pc:sldChg chg="del">
        <pc:chgData name="Thiago Ney Evaristo Rodrigues" userId="fb50eefc1efb6381" providerId="LiveId" clId="{CDB8E314-E490-485E-BFDC-E1775CB67CF5}" dt="2025-08-19T03:26:26.212" v="5" actId="47"/>
        <pc:sldMkLst>
          <pc:docMk/>
          <pc:sldMk cId="2318078833" sldId="275"/>
        </pc:sldMkLst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554858252" sldId="275"/>
        </pc:sldMkLst>
        <pc:spChg chg="mod">
          <ac:chgData name="Thiago Ney Evaristo Rodrigues" userId="fb50eefc1efb6381" providerId="LiveId" clId="{CDB8E314-E490-485E-BFDC-E1775CB67CF5}" dt="2025-08-19T04:22:54.650" v="813" actId="404"/>
          <ac:spMkLst>
            <pc:docMk/>
            <pc:sldMk cId="3554858252" sldId="275"/>
            <ac:spMk id="5" creationId="{EEDE396C-3C3C-95AF-5BC4-648FA1A97CE6}"/>
          </ac:spMkLst>
        </pc:spChg>
        <pc:spChg chg="add del mod">
          <ac:chgData name="Thiago Ney Evaristo Rodrigues" userId="fb50eefc1efb6381" providerId="LiveId" clId="{CDB8E314-E490-485E-BFDC-E1775CB67CF5}" dt="2025-08-19T04:32:34.102" v="945" actId="478"/>
          <ac:spMkLst>
            <pc:docMk/>
            <pc:sldMk cId="3554858252" sldId="275"/>
            <ac:spMk id="6" creationId="{F2CF4AC6-2C1C-18D3-2E56-92212DD240E0}"/>
          </ac:spMkLst>
        </pc:spChg>
        <pc:spChg chg="mod">
          <ac:chgData name="Thiago Ney Evaristo Rodrigues" userId="fb50eefc1efb6381" providerId="LiveId" clId="{CDB8E314-E490-485E-BFDC-E1775CB67CF5}" dt="2025-08-19T04:43:17.668" v="1251" actId="20577"/>
          <ac:spMkLst>
            <pc:docMk/>
            <pc:sldMk cId="3554858252" sldId="275"/>
            <ac:spMk id="7" creationId="{20EDCE3A-374E-38C0-2F8A-EC31F9273BD7}"/>
          </ac:spMkLst>
        </pc:spChg>
        <pc:spChg chg="add mod">
          <ac:chgData name="Thiago Ney Evaristo Rodrigues" userId="fb50eefc1efb6381" providerId="LiveId" clId="{CDB8E314-E490-485E-BFDC-E1775CB67CF5}" dt="2025-08-19T04:32:29.576" v="944" actId="1076"/>
          <ac:spMkLst>
            <pc:docMk/>
            <pc:sldMk cId="3554858252" sldId="275"/>
            <ac:spMk id="8" creationId="{5B3652F2-C0C0-DA98-E934-6B8EE213B6EB}"/>
          </ac:spMkLst>
        </pc:spChg>
        <pc:spChg chg="del">
          <ac:chgData name="Thiago Ney Evaristo Rodrigues" userId="fb50eefc1efb6381" providerId="LiveId" clId="{CDB8E314-E490-485E-BFDC-E1775CB67CF5}" dt="2025-08-19T04:20:17.272" v="727" actId="478"/>
          <ac:spMkLst>
            <pc:docMk/>
            <pc:sldMk cId="3554858252" sldId="275"/>
            <ac:spMk id="10" creationId="{6B9CC4AC-E031-A422-F6AE-FFA5563E1CA5}"/>
          </ac:spMkLst>
        </pc:spChg>
        <pc:spChg chg="del mod">
          <ac:chgData name="Thiago Ney Evaristo Rodrigues" userId="fb50eefc1efb6381" providerId="LiveId" clId="{CDB8E314-E490-485E-BFDC-E1775CB67CF5}" dt="2025-08-19T04:33:52.998" v="951" actId="478"/>
          <ac:spMkLst>
            <pc:docMk/>
            <pc:sldMk cId="3554858252" sldId="275"/>
            <ac:spMk id="17" creationId="{768B8A4D-88A6-EBD1-66DC-BC14B9AD31A3}"/>
          </ac:spMkLst>
        </pc:spChg>
        <pc:spChg chg="del">
          <ac:chgData name="Thiago Ney Evaristo Rodrigues" userId="fb50eefc1efb6381" providerId="LiveId" clId="{CDB8E314-E490-485E-BFDC-E1775CB67CF5}" dt="2025-08-19T04:33:52.998" v="951" actId="478"/>
          <ac:spMkLst>
            <pc:docMk/>
            <pc:sldMk cId="3554858252" sldId="275"/>
            <ac:spMk id="18" creationId="{8AF42C9B-3FA2-EA96-0E55-09F1EEE7DF6D}"/>
          </ac:spMkLst>
        </pc:spChg>
        <pc:grpChg chg="add del mod">
          <ac:chgData name="Thiago Ney Evaristo Rodrigues" userId="fb50eefc1efb6381" providerId="LiveId" clId="{CDB8E314-E490-485E-BFDC-E1775CB67CF5}" dt="2025-08-19T04:24:45.396" v="832" actId="478"/>
          <ac:grpSpMkLst>
            <pc:docMk/>
            <pc:sldMk cId="3554858252" sldId="275"/>
            <ac:grpSpMk id="2" creationId="{CAE86CF5-B54E-93C9-48A0-47BB126871B4}"/>
          </ac:grpSpMkLst>
        </pc:grpChg>
        <pc:grpChg chg="del">
          <ac:chgData name="Thiago Ney Evaristo Rodrigues" userId="fb50eefc1efb6381" providerId="LiveId" clId="{CDB8E314-E490-485E-BFDC-E1775CB67CF5}" dt="2025-08-19T04:19:32.314" v="714" actId="478"/>
          <ac:grpSpMkLst>
            <pc:docMk/>
            <pc:sldMk cId="3554858252" sldId="275"/>
            <ac:grpSpMk id="16" creationId="{4AC64433-96DC-F79A-1772-0056B925BEE4}"/>
          </ac:grpSpMkLst>
        </pc:grpChg>
        <pc:picChg chg="mod">
          <ac:chgData name="Thiago Ney Evaristo Rodrigues" userId="fb50eefc1efb6381" providerId="LiveId" clId="{CDB8E314-E490-485E-BFDC-E1775CB67CF5}" dt="2025-08-19T04:19:33.251" v="715"/>
          <ac:picMkLst>
            <pc:docMk/>
            <pc:sldMk cId="3554858252" sldId="275"/>
            <ac:picMk id="3" creationId="{C61009EE-6B8F-0B1F-103B-7C17259274B6}"/>
          </ac:picMkLst>
        </pc:picChg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462354445" sldId="276"/>
        </pc:sldMkLst>
        <pc:spChg chg="mod">
          <ac:chgData name="Thiago Ney Evaristo Rodrigues" userId="fb50eefc1efb6381" providerId="LiveId" clId="{CDB8E314-E490-485E-BFDC-E1775CB67CF5}" dt="2025-08-19T04:22:58.705" v="814" actId="404"/>
          <ac:spMkLst>
            <pc:docMk/>
            <pc:sldMk cId="2462354445" sldId="276"/>
            <ac:spMk id="5" creationId="{7252F954-B866-64D2-C565-91E5A5A105F5}"/>
          </ac:spMkLst>
        </pc:spChg>
        <pc:spChg chg="add del mod">
          <ac:chgData name="Thiago Ney Evaristo Rodrigues" userId="fb50eefc1efb6381" providerId="LiveId" clId="{CDB8E314-E490-485E-BFDC-E1775CB67CF5}" dt="2025-08-19T04:24:25.395" v="826" actId="478"/>
          <ac:spMkLst>
            <pc:docMk/>
            <pc:sldMk cId="2462354445" sldId="276"/>
            <ac:spMk id="6" creationId="{C39F0B89-1C44-3780-B689-37DA0D213F38}"/>
          </ac:spMkLst>
        </pc:spChg>
        <pc:spChg chg="mod">
          <ac:chgData name="Thiago Ney Evaristo Rodrigues" userId="fb50eefc1efb6381" providerId="LiveId" clId="{CDB8E314-E490-485E-BFDC-E1775CB67CF5}" dt="2025-08-19T04:43:12.713" v="1248" actId="20577"/>
          <ac:spMkLst>
            <pc:docMk/>
            <pc:sldMk cId="2462354445" sldId="276"/>
            <ac:spMk id="7" creationId="{992043CB-C993-7089-F15B-4F90AE5A94D4}"/>
          </ac:spMkLst>
        </pc:spChg>
        <pc:spChg chg="add mod topLvl">
          <ac:chgData name="Thiago Ney Evaristo Rodrigues" userId="fb50eefc1efb6381" providerId="LiveId" clId="{CDB8E314-E490-485E-BFDC-E1775CB67CF5}" dt="2025-08-19T04:26:12.620" v="845" actId="165"/>
          <ac:spMkLst>
            <pc:docMk/>
            <pc:sldMk cId="2462354445" sldId="276"/>
            <ac:spMk id="8" creationId="{74CD3218-8910-0B42-5DE5-B09EE5232FAD}"/>
          </ac:spMkLst>
        </pc:spChg>
        <pc:spChg chg="del">
          <ac:chgData name="Thiago Ney Evaristo Rodrigues" userId="fb50eefc1efb6381" providerId="LiveId" clId="{CDB8E314-E490-485E-BFDC-E1775CB67CF5}" dt="2025-08-19T04:20:20.591" v="729" actId="478"/>
          <ac:spMkLst>
            <pc:docMk/>
            <pc:sldMk cId="2462354445" sldId="276"/>
            <ac:spMk id="10" creationId="{C7D1EDA8-9665-7A27-5C2C-81B41CE4A544}"/>
          </ac:spMkLst>
        </pc:spChg>
        <pc:spChg chg="mod">
          <ac:chgData name="Thiago Ney Evaristo Rodrigues" userId="fb50eefc1efb6381" providerId="LiveId" clId="{CDB8E314-E490-485E-BFDC-E1775CB67CF5}" dt="2025-08-19T04:26:12.620" v="845" actId="165"/>
          <ac:spMkLst>
            <pc:docMk/>
            <pc:sldMk cId="2462354445" sldId="276"/>
            <ac:spMk id="13" creationId="{BD635CF6-D26F-30EF-5CAD-C9BA35D94A0E}"/>
          </ac:spMkLst>
        </pc:spChg>
        <pc:spChg chg="del mod">
          <ac:chgData name="Thiago Ney Evaristo Rodrigues" userId="fb50eefc1efb6381" providerId="LiveId" clId="{CDB8E314-E490-485E-BFDC-E1775CB67CF5}" dt="2025-08-19T04:33:55.964" v="952" actId="478"/>
          <ac:spMkLst>
            <pc:docMk/>
            <pc:sldMk cId="2462354445" sldId="276"/>
            <ac:spMk id="17" creationId="{46CEBE2D-9A68-D013-DD1A-CE2FF2CD51DB}"/>
          </ac:spMkLst>
        </pc:spChg>
        <pc:spChg chg="del">
          <ac:chgData name="Thiago Ney Evaristo Rodrigues" userId="fb50eefc1efb6381" providerId="LiveId" clId="{CDB8E314-E490-485E-BFDC-E1775CB67CF5}" dt="2025-08-19T04:33:55.964" v="952" actId="478"/>
          <ac:spMkLst>
            <pc:docMk/>
            <pc:sldMk cId="2462354445" sldId="276"/>
            <ac:spMk id="18" creationId="{B69D08B1-89EA-0A84-1DF7-2E45C4EB2585}"/>
          </ac:spMkLst>
        </pc:spChg>
        <pc:spChg chg="mod">
          <ac:chgData name="Thiago Ney Evaristo Rodrigues" userId="fb50eefc1efb6381" providerId="LiveId" clId="{CDB8E314-E490-485E-BFDC-E1775CB67CF5}" dt="2025-08-19T04:26:12.620" v="845" actId="165"/>
          <ac:spMkLst>
            <pc:docMk/>
            <pc:sldMk cId="2462354445" sldId="276"/>
            <ac:spMk id="21" creationId="{A887DB3B-4BC2-6ED2-F4B0-2E689C295E41}"/>
          </ac:spMkLst>
        </pc:spChg>
        <pc:grpChg chg="add del mod">
          <ac:chgData name="Thiago Ney Evaristo Rodrigues" userId="fb50eefc1efb6381" providerId="LiveId" clId="{CDB8E314-E490-485E-BFDC-E1775CB67CF5}" dt="2025-08-19T04:24:25.395" v="826" actId="478"/>
          <ac:grpSpMkLst>
            <pc:docMk/>
            <pc:sldMk cId="2462354445" sldId="276"/>
            <ac:grpSpMk id="2" creationId="{607A0FC0-4DD2-0053-30B5-E43F5BC66975}"/>
          </ac:grpSpMkLst>
        </pc:grpChg>
        <pc:grpChg chg="add mod topLvl">
          <ac:chgData name="Thiago Ney Evaristo Rodrigues" userId="fb50eefc1efb6381" providerId="LiveId" clId="{CDB8E314-E490-485E-BFDC-E1775CB67CF5}" dt="2025-08-19T04:26:17.580" v="846" actId="164"/>
          <ac:grpSpMkLst>
            <pc:docMk/>
            <pc:sldMk cId="2462354445" sldId="276"/>
            <ac:grpSpMk id="11" creationId="{EA20399C-8B0A-BD93-9F0B-036BE4AEBB0E}"/>
          </ac:grpSpMkLst>
        </pc:grpChg>
        <pc:grpChg chg="del">
          <ac:chgData name="Thiago Ney Evaristo Rodrigues" userId="fb50eefc1efb6381" providerId="LiveId" clId="{CDB8E314-E490-485E-BFDC-E1775CB67CF5}" dt="2025-08-19T04:19:28.971" v="712" actId="478"/>
          <ac:grpSpMkLst>
            <pc:docMk/>
            <pc:sldMk cId="2462354445" sldId="276"/>
            <ac:grpSpMk id="16" creationId="{A38F3A87-8ACB-A213-FEAB-4F75902D69CC}"/>
          </ac:grpSpMkLst>
        </pc:grpChg>
        <pc:grpChg chg="add mod topLvl">
          <ac:chgData name="Thiago Ney Evaristo Rodrigues" userId="fb50eefc1efb6381" providerId="LiveId" clId="{CDB8E314-E490-485E-BFDC-E1775CB67CF5}" dt="2025-08-19T04:26:17.580" v="846" actId="164"/>
          <ac:grpSpMkLst>
            <pc:docMk/>
            <pc:sldMk cId="2462354445" sldId="276"/>
            <ac:grpSpMk id="19" creationId="{A18F00A0-7C13-2DBA-9CEB-E14C0914CB76}"/>
          </ac:grpSpMkLst>
        </pc:grpChg>
        <pc:grpChg chg="add del mod">
          <ac:chgData name="Thiago Ney Evaristo Rodrigues" userId="fb50eefc1efb6381" providerId="LiveId" clId="{CDB8E314-E490-485E-BFDC-E1775CB67CF5}" dt="2025-08-19T04:26:12.620" v="845" actId="165"/>
          <ac:grpSpMkLst>
            <pc:docMk/>
            <pc:sldMk cId="2462354445" sldId="276"/>
            <ac:grpSpMk id="22" creationId="{FC19F719-935B-E0A2-234F-27040D0E1534}"/>
          </ac:grpSpMkLst>
        </pc:grpChg>
        <pc:grpChg chg="add mod">
          <ac:chgData name="Thiago Ney Evaristo Rodrigues" userId="fb50eefc1efb6381" providerId="LiveId" clId="{CDB8E314-E490-485E-BFDC-E1775CB67CF5}" dt="2025-08-19T04:26:23.297" v="874" actId="1038"/>
          <ac:grpSpMkLst>
            <pc:docMk/>
            <pc:sldMk cId="2462354445" sldId="276"/>
            <ac:grpSpMk id="23" creationId="{3E8B3382-404C-4903-427C-3177A84C3B12}"/>
          </ac:grpSpMkLst>
        </pc:grpChg>
        <pc:picChg chg="mod">
          <ac:chgData name="Thiago Ney Evaristo Rodrigues" userId="fb50eefc1efb6381" providerId="LiveId" clId="{CDB8E314-E490-485E-BFDC-E1775CB67CF5}" dt="2025-08-19T04:19:29.923" v="713"/>
          <ac:picMkLst>
            <pc:docMk/>
            <pc:sldMk cId="2462354445" sldId="276"/>
            <ac:picMk id="3" creationId="{24D7F106-1C1B-1F64-7201-3F3C13D3CF96}"/>
          </ac:picMkLst>
        </pc:picChg>
        <pc:picChg chg="mod">
          <ac:chgData name="Thiago Ney Evaristo Rodrigues" userId="fb50eefc1efb6381" providerId="LiveId" clId="{CDB8E314-E490-485E-BFDC-E1775CB67CF5}" dt="2025-08-19T04:26:12.620" v="845" actId="165"/>
          <ac:picMkLst>
            <pc:docMk/>
            <pc:sldMk cId="2462354445" sldId="276"/>
            <ac:picMk id="12" creationId="{68C3CDD0-337F-F456-0422-55711653271B}"/>
          </ac:picMkLst>
        </pc:picChg>
        <pc:picChg chg="mod">
          <ac:chgData name="Thiago Ney Evaristo Rodrigues" userId="fb50eefc1efb6381" providerId="LiveId" clId="{CDB8E314-E490-485E-BFDC-E1775CB67CF5}" dt="2025-08-19T04:26:12.620" v="845" actId="165"/>
          <ac:picMkLst>
            <pc:docMk/>
            <pc:sldMk cId="2462354445" sldId="276"/>
            <ac:picMk id="20" creationId="{DD6CE55C-4F4A-978E-DC05-92EF94B4F3AD}"/>
          </ac:picMkLst>
        </pc:picChg>
      </pc:sldChg>
      <pc:sldChg chg="del">
        <pc:chgData name="Thiago Ney Evaristo Rodrigues" userId="fb50eefc1efb6381" providerId="LiveId" clId="{CDB8E314-E490-485E-BFDC-E1775CB67CF5}" dt="2025-08-19T03:26:28.144" v="9" actId="47"/>
        <pc:sldMkLst>
          <pc:docMk/>
          <pc:sldMk cId="4106440066" sldId="276"/>
        </pc:sldMkLst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1496372959" sldId="277"/>
        </pc:sldMkLst>
        <pc:spChg chg="mod">
          <ac:chgData name="Thiago Ney Evaristo Rodrigues" userId="fb50eefc1efb6381" providerId="LiveId" clId="{CDB8E314-E490-485E-BFDC-E1775CB67CF5}" dt="2025-08-19T04:19:26.007" v="711"/>
          <ac:spMkLst>
            <pc:docMk/>
            <pc:sldMk cId="1496372959" sldId="277"/>
            <ac:spMk id="5" creationId="{719FBC32-3DC8-D4EF-79CF-90679C5887C0}"/>
          </ac:spMkLst>
        </pc:spChg>
        <pc:spChg chg="add del mod">
          <ac:chgData name="Thiago Ney Evaristo Rodrigues" userId="fb50eefc1efb6381" providerId="LiveId" clId="{CDB8E314-E490-485E-BFDC-E1775CB67CF5}" dt="2025-08-19T04:22:25.563" v="806" actId="478"/>
          <ac:spMkLst>
            <pc:docMk/>
            <pc:sldMk cId="1496372959" sldId="277"/>
            <ac:spMk id="6" creationId="{55C754FB-A787-A05C-E34A-35F2A2894E74}"/>
          </ac:spMkLst>
        </pc:spChg>
        <pc:spChg chg="mod">
          <ac:chgData name="Thiago Ney Evaristo Rodrigues" userId="fb50eefc1efb6381" providerId="LiveId" clId="{CDB8E314-E490-485E-BFDC-E1775CB67CF5}" dt="2025-08-19T04:43:39.568" v="1279" actId="20577"/>
          <ac:spMkLst>
            <pc:docMk/>
            <pc:sldMk cId="1496372959" sldId="277"/>
            <ac:spMk id="7" creationId="{D90ACE87-2A1B-A838-D1CB-A0FB146FD333}"/>
          </ac:spMkLst>
        </pc:spChg>
        <pc:spChg chg="add mod topLvl">
          <ac:chgData name="Thiago Ney Evaristo Rodrigues" userId="fb50eefc1efb6381" providerId="LiveId" clId="{CDB8E314-E490-485E-BFDC-E1775CB67CF5}" dt="2025-08-19T22:48:51.066" v="2928" actId="20577"/>
          <ac:spMkLst>
            <pc:docMk/>
            <pc:sldMk cId="1496372959" sldId="277"/>
            <ac:spMk id="8" creationId="{9B948F3B-C6D5-81B3-96C8-D2E8623D9944}"/>
          </ac:spMkLst>
        </pc:spChg>
        <pc:spChg chg="del">
          <ac:chgData name="Thiago Ney Evaristo Rodrigues" userId="fb50eefc1efb6381" providerId="LiveId" clId="{CDB8E314-E490-485E-BFDC-E1775CB67CF5}" dt="2025-08-19T04:20:25.076" v="731" actId="478"/>
          <ac:spMkLst>
            <pc:docMk/>
            <pc:sldMk cId="1496372959" sldId="277"/>
            <ac:spMk id="10" creationId="{68FFD2C9-CB7B-93A9-0744-DC22B9394129}"/>
          </ac:spMkLst>
        </pc:spChg>
        <pc:spChg chg="del mod">
          <ac:chgData name="Thiago Ney Evaristo Rodrigues" userId="fb50eefc1efb6381" providerId="LiveId" clId="{CDB8E314-E490-485E-BFDC-E1775CB67CF5}" dt="2025-08-19T04:33:58.663" v="953" actId="478"/>
          <ac:spMkLst>
            <pc:docMk/>
            <pc:sldMk cId="1496372959" sldId="277"/>
            <ac:spMk id="17" creationId="{D4C111D9-6905-4FE5-0E39-C7C33CC59BC3}"/>
          </ac:spMkLst>
        </pc:spChg>
        <pc:spChg chg="del mod topLvl">
          <ac:chgData name="Thiago Ney Evaristo Rodrigues" userId="fb50eefc1efb6381" providerId="LiveId" clId="{CDB8E314-E490-485E-BFDC-E1775CB67CF5}" dt="2025-08-19T04:33:58.663" v="953" actId="478"/>
          <ac:spMkLst>
            <pc:docMk/>
            <pc:sldMk cId="1496372959" sldId="277"/>
            <ac:spMk id="18" creationId="{244D5DA5-8233-F77F-EAFB-0A1C1630192D}"/>
          </ac:spMkLst>
        </pc:spChg>
        <pc:spChg chg="mod">
          <ac:chgData name="Thiago Ney Evaristo Rodrigues" userId="fb50eefc1efb6381" providerId="LiveId" clId="{CDB8E314-E490-485E-BFDC-E1775CB67CF5}" dt="2025-08-19T04:37:18.312" v="1086" actId="20577"/>
          <ac:spMkLst>
            <pc:docMk/>
            <pc:sldMk cId="1496372959" sldId="277"/>
            <ac:spMk id="20" creationId="{74AFD63E-1C60-68B9-333A-AF2DCD0C5814}"/>
          </ac:spMkLst>
        </pc:spChg>
        <pc:spChg chg="mod">
          <ac:chgData name="Thiago Ney Evaristo Rodrigues" userId="fb50eefc1efb6381" providerId="LiveId" clId="{CDB8E314-E490-485E-BFDC-E1775CB67CF5}" dt="2025-08-19T04:37:12.358" v="1083" actId="20577"/>
          <ac:spMkLst>
            <pc:docMk/>
            <pc:sldMk cId="1496372959" sldId="277"/>
            <ac:spMk id="22" creationId="{34D4BC25-B251-8CA6-C2EC-A4A58E69E307}"/>
          </ac:spMkLst>
        </pc:spChg>
        <pc:spChg chg="add mod topLvl">
          <ac:chgData name="Thiago Ney Evaristo Rodrigues" userId="fb50eefc1efb6381" providerId="LiveId" clId="{CDB8E314-E490-485E-BFDC-E1775CB67CF5}" dt="2025-08-19T04:38:38.392" v="1106" actId="165"/>
          <ac:spMkLst>
            <pc:docMk/>
            <pc:sldMk cId="1496372959" sldId="277"/>
            <ac:spMk id="28" creationId="{57109448-D6DA-5795-99B3-545084CF398E}"/>
          </ac:spMkLst>
        </pc:spChg>
        <pc:grpChg chg="add del mod">
          <ac:chgData name="Thiago Ney Evaristo Rodrigues" userId="fb50eefc1efb6381" providerId="LiveId" clId="{CDB8E314-E490-485E-BFDC-E1775CB67CF5}" dt="2025-08-19T04:22:25.563" v="806" actId="478"/>
          <ac:grpSpMkLst>
            <pc:docMk/>
            <pc:sldMk cId="1496372959" sldId="277"/>
            <ac:grpSpMk id="2" creationId="{19361E9B-C863-4820-1DDD-8CD6162C358E}"/>
          </ac:grpSpMkLst>
        </pc:grpChg>
        <pc:grpChg chg="add mod topLvl">
          <ac:chgData name="Thiago Ney Evaristo Rodrigues" userId="fb50eefc1efb6381" providerId="LiveId" clId="{CDB8E314-E490-485E-BFDC-E1775CB67CF5}" dt="2025-08-19T04:38:34.933" v="1105" actId="12789"/>
          <ac:grpSpMkLst>
            <pc:docMk/>
            <pc:sldMk cId="1496372959" sldId="277"/>
            <ac:grpSpMk id="11" creationId="{3864D80D-3F5F-0E41-8DF1-D514BFA64AFB}"/>
          </ac:grpSpMkLst>
        </pc:grpChg>
        <pc:grpChg chg="mod">
          <ac:chgData name="Thiago Ney Evaristo Rodrigues" userId="fb50eefc1efb6381" providerId="LiveId" clId="{CDB8E314-E490-485E-BFDC-E1775CB67CF5}" dt="2025-08-19T04:36:22.390" v="1051" actId="165"/>
          <ac:grpSpMkLst>
            <pc:docMk/>
            <pc:sldMk cId="1496372959" sldId="277"/>
            <ac:grpSpMk id="12" creationId="{E41194DC-2211-11D6-20D0-C4630776B0C8}"/>
          </ac:grpSpMkLst>
        </pc:grpChg>
        <pc:grpChg chg="mod">
          <ac:chgData name="Thiago Ney Evaristo Rodrigues" userId="fb50eefc1efb6381" providerId="LiveId" clId="{CDB8E314-E490-485E-BFDC-E1775CB67CF5}" dt="2025-08-19T04:36:22.390" v="1051" actId="165"/>
          <ac:grpSpMkLst>
            <pc:docMk/>
            <pc:sldMk cId="1496372959" sldId="277"/>
            <ac:grpSpMk id="13" creationId="{7449776A-28BE-AB19-A363-3E539619E9E0}"/>
          </ac:grpSpMkLst>
        </pc:grpChg>
        <pc:grpChg chg="del">
          <ac:chgData name="Thiago Ney Evaristo Rodrigues" userId="fb50eefc1efb6381" providerId="LiveId" clId="{CDB8E314-E490-485E-BFDC-E1775CB67CF5}" dt="2025-08-19T04:19:25.066" v="710" actId="478"/>
          <ac:grpSpMkLst>
            <pc:docMk/>
            <pc:sldMk cId="1496372959" sldId="277"/>
            <ac:grpSpMk id="16" creationId="{6720806E-3A5A-CD35-B667-69D7DFFE976D}"/>
          </ac:grpSpMkLst>
        </pc:grpChg>
        <pc:grpChg chg="add del mod">
          <ac:chgData name="Thiago Ney Evaristo Rodrigues" userId="fb50eefc1efb6381" providerId="LiveId" clId="{CDB8E314-E490-485E-BFDC-E1775CB67CF5}" dt="2025-08-19T04:26:45.855" v="877" actId="165"/>
          <ac:grpSpMkLst>
            <pc:docMk/>
            <pc:sldMk cId="1496372959" sldId="277"/>
            <ac:grpSpMk id="23" creationId="{FA982DF7-EDFE-3419-260A-CA85596F8141}"/>
          </ac:grpSpMkLst>
        </pc:grpChg>
        <pc:grpChg chg="add del mod">
          <ac:chgData name="Thiago Ney Evaristo Rodrigues" userId="fb50eefc1efb6381" providerId="LiveId" clId="{CDB8E314-E490-485E-BFDC-E1775CB67CF5}" dt="2025-08-19T04:35:51.531" v="985" actId="165"/>
          <ac:grpSpMkLst>
            <pc:docMk/>
            <pc:sldMk cId="1496372959" sldId="277"/>
            <ac:grpSpMk id="24" creationId="{00BD4D82-1C8F-A76D-B8A7-E2524DD951FA}"/>
          </ac:grpSpMkLst>
        </pc:grpChg>
        <pc:grpChg chg="add del mod">
          <ac:chgData name="Thiago Ney Evaristo Rodrigues" userId="fb50eefc1efb6381" providerId="LiveId" clId="{CDB8E314-E490-485E-BFDC-E1775CB67CF5}" dt="2025-08-19T04:36:22.390" v="1051" actId="165"/>
          <ac:grpSpMkLst>
            <pc:docMk/>
            <pc:sldMk cId="1496372959" sldId="277"/>
            <ac:grpSpMk id="27" creationId="{18603E39-0A6D-9128-0C41-C900EC1CAEDD}"/>
          </ac:grpSpMkLst>
        </pc:grpChg>
        <pc:grpChg chg="add del mod">
          <ac:chgData name="Thiago Ney Evaristo Rodrigues" userId="fb50eefc1efb6381" providerId="LiveId" clId="{CDB8E314-E490-485E-BFDC-E1775CB67CF5}" dt="2025-08-19T04:38:38.392" v="1106" actId="165"/>
          <ac:grpSpMkLst>
            <pc:docMk/>
            <pc:sldMk cId="1496372959" sldId="277"/>
            <ac:grpSpMk id="29" creationId="{2E4C0CC4-167C-0B8D-0583-8254D9748A0E}"/>
          </ac:grpSpMkLst>
        </pc:grpChg>
        <pc:picChg chg="mod">
          <ac:chgData name="Thiago Ney Evaristo Rodrigues" userId="fb50eefc1efb6381" providerId="LiveId" clId="{CDB8E314-E490-485E-BFDC-E1775CB67CF5}" dt="2025-08-19T04:19:26.007" v="711"/>
          <ac:picMkLst>
            <pc:docMk/>
            <pc:sldMk cId="1496372959" sldId="277"/>
            <ac:picMk id="3" creationId="{2E2E94EB-66C2-A866-CC2A-107260A799B6}"/>
          </ac:picMkLst>
        </pc:picChg>
        <pc:picChg chg="mod">
          <ac:chgData name="Thiago Ney Evaristo Rodrigues" userId="fb50eefc1efb6381" providerId="LiveId" clId="{CDB8E314-E490-485E-BFDC-E1775CB67CF5}" dt="2025-08-19T04:36:22.390" v="1051" actId="165"/>
          <ac:picMkLst>
            <pc:docMk/>
            <pc:sldMk cId="1496372959" sldId="277"/>
            <ac:picMk id="19" creationId="{FA5753EC-E1BA-5343-8E01-8BA590DD0E74}"/>
          </ac:picMkLst>
        </pc:picChg>
        <pc:picChg chg="mod">
          <ac:chgData name="Thiago Ney Evaristo Rodrigues" userId="fb50eefc1efb6381" providerId="LiveId" clId="{CDB8E314-E490-485E-BFDC-E1775CB67CF5}" dt="2025-08-19T04:36:22.390" v="1051" actId="165"/>
          <ac:picMkLst>
            <pc:docMk/>
            <pc:sldMk cId="1496372959" sldId="277"/>
            <ac:picMk id="21" creationId="{36B2778A-8ACD-1642-FAE4-53D5E1236AE7}"/>
          </ac:picMkLst>
        </pc:picChg>
        <pc:picChg chg="add mod topLvl modCrop">
          <ac:chgData name="Thiago Ney Evaristo Rodrigues" userId="fb50eefc1efb6381" providerId="LiveId" clId="{CDB8E314-E490-485E-BFDC-E1775CB67CF5}" dt="2025-08-19T04:38:38.392" v="1106" actId="165"/>
          <ac:picMkLst>
            <pc:docMk/>
            <pc:sldMk cId="1496372959" sldId="277"/>
            <ac:picMk id="26" creationId="{E7913E36-4C44-FBDF-8E64-80EDD1A0EE5D}"/>
          </ac:picMkLst>
        </pc:picChg>
      </pc:sldChg>
      <pc:sldChg chg="del">
        <pc:chgData name="Thiago Ney Evaristo Rodrigues" userId="fb50eefc1efb6381" providerId="LiveId" clId="{CDB8E314-E490-485E-BFDC-E1775CB67CF5}" dt="2025-08-19T03:26:27.021" v="7" actId="47"/>
        <pc:sldMkLst>
          <pc:docMk/>
          <pc:sldMk cId="2120162573" sldId="277"/>
        </pc:sldMkLst>
      </pc:sldChg>
      <pc:sldChg chg="addSp delSp modSp del mod">
        <pc:chgData name="Thiago Ney Evaristo Rodrigues" userId="fb50eefc1efb6381" providerId="LiveId" clId="{CDB8E314-E490-485E-BFDC-E1775CB67CF5}" dt="2025-08-19T03:34:16.264" v="70" actId="47"/>
        <pc:sldMkLst>
          <pc:docMk/>
          <pc:sldMk cId="1257190996" sldId="278"/>
        </pc:sldMkLst>
        <pc:spChg chg="mod">
          <ac:chgData name="Thiago Ney Evaristo Rodrigues" userId="fb50eefc1efb6381" providerId="LiveId" clId="{CDB8E314-E490-485E-BFDC-E1775CB67CF5}" dt="2025-08-19T03:29:19.581" v="32" actId="14100"/>
          <ac:spMkLst>
            <pc:docMk/>
            <pc:sldMk cId="1257190996" sldId="278"/>
            <ac:spMk id="4" creationId="{8AD25D58-02AA-1564-F027-437FFF869BD7}"/>
          </ac:spMkLst>
        </pc:spChg>
        <pc:picChg chg="add mod">
          <ac:chgData name="Thiago Ney Evaristo Rodrigues" userId="fb50eefc1efb6381" providerId="LiveId" clId="{CDB8E314-E490-485E-BFDC-E1775CB67CF5}" dt="2025-08-19T03:34:14.252" v="69" actId="553"/>
          <ac:picMkLst>
            <pc:docMk/>
            <pc:sldMk cId="1257190996" sldId="278"/>
            <ac:picMk id="5" creationId="{5B8101CD-6D53-25A1-28C6-F77E6413DB5F}"/>
          </ac:picMkLst>
        </pc:picChg>
        <pc:picChg chg="add del mod">
          <ac:chgData name="Thiago Ney Evaristo Rodrigues" userId="fb50eefc1efb6381" providerId="LiveId" clId="{CDB8E314-E490-485E-BFDC-E1775CB67CF5}" dt="2025-08-19T03:34:11.401" v="63" actId="1076"/>
          <ac:picMkLst>
            <pc:docMk/>
            <pc:sldMk cId="1257190996" sldId="278"/>
            <ac:picMk id="6" creationId="{07348B68-EF4B-D6A4-96A1-D7EA19793B44}"/>
          </ac:picMkLst>
        </pc:picChg>
        <pc:picChg chg="del">
          <ac:chgData name="Thiago Ney Evaristo Rodrigues" userId="fb50eefc1efb6381" providerId="LiveId" clId="{CDB8E314-E490-485E-BFDC-E1775CB67CF5}" dt="2025-08-19T03:29:34.050" v="37" actId="478"/>
          <ac:picMkLst>
            <pc:docMk/>
            <pc:sldMk cId="1257190996" sldId="278"/>
            <ac:picMk id="8" creationId="{D9222C2F-9E2B-5271-8A36-3299248AC23A}"/>
          </ac:picMkLst>
        </pc:picChg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544411512" sldId="278"/>
        </pc:sldMkLst>
        <pc:spChg chg="add del mod">
          <ac:chgData name="Thiago Ney Evaristo Rodrigues" userId="fb50eefc1efb6381" providerId="LiveId" clId="{CDB8E314-E490-485E-BFDC-E1775CB67CF5}" dt="2025-08-19T22:52:08.644" v="3057" actId="478"/>
          <ac:spMkLst>
            <pc:docMk/>
            <pc:sldMk cId="2544411512" sldId="278"/>
            <ac:spMk id="2" creationId="{C886226C-0867-8434-2A47-3BDEFB945D1E}"/>
          </ac:spMkLst>
        </pc:spChg>
        <pc:spChg chg="mod">
          <ac:chgData name="Thiago Ney Evaristo Rodrigues" userId="fb50eefc1efb6381" providerId="LiveId" clId="{CDB8E314-E490-485E-BFDC-E1775CB67CF5}" dt="2025-08-19T04:19:22.696" v="709"/>
          <ac:spMkLst>
            <pc:docMk/>
            <pc:sldMk cId="2544411512" sldId="278"/>
            <ac:spMk id="5" creationId="{3FF9E037-1DC9-94FB-0763-7C36CC5D05BE}"/>
          </ac:spMkLst>
        </pc:spChg>
        <pc:spChg chg="add del mod">
          <ac:chgData name="Thiago Ney Evaristo Rodrigues" userId="fb50eefc1efb6381" providerId="LiveId" clId="{CDB8E314-E490-485E-BFDC-E1775CB67CF5}" dt="2025-08-19T04:24:01.485" v="822" actId="478"/>
          <ac:spMkLst>
            <pc:docMk/>
            <pc:sldMk cId="2544411512" sldId="278"/>
            <ac:spMk id="6" creationId="{E0599945-B741-4F5D-3604-6F9E66D4B093}"/>
          </ac:spMkLst>
        </pc:spChg>
        <pc:spChg chg="mod">
          <ac:chgData name="Thiago Ney Evaristo Rodrigues" userId="fb50eefc1efb6381" providerId="LiveId" clId="{CDB8E314-E490-485E-BFDC-E1775CB67CF5}" dt="2025-08-19T04:43:46.791" v="1288" actId="20577"/>
          <ac:spMkLst>
            <pc:docMk/>
            <pc:sldMk cId="2544411512" sldId="278"/>
            <ac:spMk id="7" creationId="{AE8D1C3E-4548-DB00-1FF2-87FB0D2A6E45}"/>
          </ac:spMkLst>
        </pc:spChg>
        <pc:spChg chg="del mod">
          <ac:chgData name="Thiago Ney Evaristo Rodrigues" userId="fb50eefc1efb6381" providerId="LiveId" clId="{CDB8E314-E490-485E-BFDC-E1775CB67CF5}" dt="2025-08-19T04:20:29.646" v="733" actId="478"/>
          <ac:spMkLst>
            <pc:docMk/>
            <pc:sldMk cId="2544411512" sldId="278"/>
            <ac:spMk id="10" creationId="{EE1A33B8-6011-3C18-1429-504029416A3F}"/>
          </ac:spMkLst>
        </pc:spChg>
        <pc:spChg chg="mod">
          <ac:chgData name="Thiago Ney Evaristo Rodrigues" userId="fb50eefc1efb6381" providerId="LiveId" clId="{CDB8E314-E490-485E-BFDC-E1775CB67CF5}" dt="2025-08-19T04:23:18.779" v="815" actId="207"/>
          <ac:spMkLst>
            <pc:docMk/>
            <pc:sldMk cId="2544411512" sldId="278"/>
            <ac:spMk id="11" creationId="{9B2D98CE-F03C-792D-5885-D865F85DCC64}"/>
          </ac:spMkLst>
        </pc:spChg>
        <pc:spChg chg="add mod">
          <ac:chgData name="Thiago Ney Evaristo Rodrigues" userId="fb50eefc1efb6381" providerId="LiveId" clId="{CDB8E314-E490-485E-BFDC-E1775CB67CF5}" dt="2025-08-19T22:51:11.331" v="3041" actId="20577"/>
          <ac:spMkLst>
            <pc:docMk/>
            <pc:sldMk cId="2544411512" sldId="278"/>
            <ac:spMk id="13" creationId="{97D8539D-8C5B-97C3-49A4-1DCF5C5E6254}"/>
          </ac:spMkLst>
        </pc:spChg>
        <pc:spChg chg="mod">
          <ac:chgData name="Thiago Ney Evaristo Rodrigues" userId="fb50eefc1efb6381" providerId="LiveId" clId="{CDB8E314-E490-485E-BFDC-E1775CB67CF5}" dt="2025-08-19T04:19:08.715" v="705" actId="2711"/>
          <ac:spMkLst>
            <pc:docMk/>
            <pc:sldMk cId="2544411512" sldId="278"/>
            <ac:spMk id="15" creationId="{44B92CC4-E84F-B1C8-C3C5-22F5FFFE4F7E}"/>
          </ac:spMkLst>
        </pc:spChg>
        <pc:spChg chg="mod">
          <ac:chgData name="Thiago Ney Evaristo Rodrigues" userId="fb50eefc1efb6381" providerId="LiveId" clId="{CDB8E314-E490-485E-BFDC-E1775CB67CF5}" dt="2025-08-19T04:27:06.582" v="881" actId="12789"/>
          <ac:spMkLst>
            <pc:docMk/>
            <pc:sldMk cId="2544411512" sldId="278"/>
            <ac:spMk id="17" creationId="{0A1A0A5E-A152-47FB-9F10-FA9E3B030512}"/>
          </ac:spMkLst>
        </pc:spChg>
        <pc:spChg chg="mod">
          <ac:chgData name="Thiago Ney Evaristo Rodrigues" userId="fb50eefc1efb6381" providerId="LiveId" clId="{CDB8E314-E490-485E-BFDC-E1775CB67CF5}" dt="2025-08-19T04:27:12.387" v="882" actId="12788"/>
          <ac:spMkLst>
            <pc:docMk/>
            <pc:sldMk cId="2544411512" sldId="278"/>
            <ac:spMk id="18" creationId="{300688E3-2283-405D-1EBD-03B2DF5C56C1}"/>
          </ac:spMkLst>
        </pc:spChg>
        <pc:spChg chg="mod">
          <ac:chgData name="Thiago Ney Evaristo Rodrigues" userId="fb50eefc1efb6381" providerId="LiveId" clId="{CDB8E314-E490-485E-BFDC-E1775CB67CF5}" dt="2025-08-19T22:51:37.838" v="3051" actId="1076"/>
          <ac:spMkLst>
            <pc:docMk/>
            <pc:sldMk cId="2544411512" sldId="278"/>
            <ac:spMk id="20" creationId="{8639397D-525C-B7D9-8A0C-D0996578313A}"/>
          </ac:spMkLst>
        </pc:spChg>
        <pc:grpChg chg="add del mod">
          <ac:chgData name="Thiago Ney Evaristo Rodrigues" userId="fb50eefc1efb6381" providerId="LiveId" clId="{CDB8E314-E490-485E-BFDC-E1775CB67CF5}" dt="2025-08-19T04:21:54.441" v="800" actId="478"/>
          <ac:grpSpMkLst>
            <pc:docMk/>
            <pc:sldMk cId="2544411512" sldId="278"/>
            <ac:grpSpMk id="2" creationId="{2FA0766F-3301-7B5B-BA33-3E861D8DBDB2}"/>
          </ac:grpSpMkLst>
        </pc:grpChg>
        <pc:grpChg chg="mod">
          <ac:chgData name="Thiago Ney Evaristo Rodrigues" userId="fb50eefc1efb6381" providerId="LiveId" clId="{CDB8E314-E490-485E-BFDC-E1775CB67CF5}" dt="2025-08-19T22:52:06.128" v="3056" actId="12788"/>
          <ac:grpSpMkLst>
            <pc:docMk/>
            <pc:sldMk cId="2544411512" sldId="278"/>
            <ac:grpSpMk id="3" creationId="{42CC9DE2-0B20-F9D4-406B-69433882CAF4}"/>
          </ac:grpSpMkLst>
        </pc:grpChg>
        <pc:grpChg chg="add del mod">
          <ac:chgData name="Thiago Ney Evaristo Rodrigues" userId="fb50eefc1efb6381" providerId="LiveId" clId="{CDB8E314-E490-485E-BFDC-E1775CB67CF5}" dt="2025-08-19T04:24:02.283" v="823" actId="478"/>
          <ac:grpSpMkLst>
            <pc:docMk/>
            <pc:sldMk cId="2544411512" sldId="278"/>
            <ac:grpSpMk id="8" creationId="{3F9AB71F-D826-B9D4-401B-8281F06B71C7}"/>
          </ac:grpSpMkLst>
        </pc:grpChg>
        <pc:grpChg chg="del">
          <ac:chgData name="Thiago Ney Evaristo Rodrigues" userId="fb50eefc1efb6381" providerId="LiveId" clId="{CDB8E314-E490-485E-BFDC-E1775CB67CF5}" dt="2025-08-19T04:19:22.200" v="708" actId="478"/>
          <ac:grpSpMkLst>
            <pc:docMk/>
            <pc:sldMk cId="2544411512" sldId="278"/>
            <ac:grpSpMk id="16" creationId="{07C218EF-4570-8345-2BC6-D12347F33705}"/>
          </ac:grpSpMkLst>
        </pc:grpChg>
        <pc:grpChg chg="add mod">
          <ac:chgData name="Thiago Ney Evaristo Rodrigues" userId="fb50eefc1efb6381" providerId="LiveId" clId="{CDB8E314-E490-485E-BFDC-E1775CB67CF5}" dt="2025-08-19T04:27:02.004" v="880" actId="164"/>
          <ac:grpSpMkLst>
            <pc:docMk/>
            <pc:sldMk cId="2544411512" sldId="278"/>
            <ac:grpSpMk id="19" creationId="{496E543B-A700-7A38-B82F-B2FCE65AE888}"/>
          </ac:grpSpMkLst>
        </pc:grpChg>
        <pc:grpChg chg="add mod">
          <ac:chgData name="Thiago Ney Evaristo Rodrigues" userId="fb50eefc1efb6381" providerId="LiveId" clId="{CDB8E314-E490-485E-BFDC-E1775CB67CF5}" dt="2025-08-19T04:27:12.387" v="882" actId="12788"/>
          <ac:grpSpMkLst>
            <pc:docMk/>
            <pc:sldMk cId="2544411512" sldId="278"/>
            <ac:grpSpMk id="22" creationId="{4CC90E34-A0D1-C1EC-CDD8-66145819A2AF}"/>
          </ac:grpSpMkLst>
        </pc:grpChg>
        <pc:picChg chg="mod">
          <ac:chgData name="Thiago Ney Evaristo Rodrigues" userId="fb50eefc1efb6381" providerId="LiveId" clId="{CDB8E314-E490-485E-BFDC-E1775CB67CF5}" dt="2025-08-19T04:19:22.696" v="709"/>
          <ac:picMkLst>
            <pc:docMk/>
            <pc:sldMk cId="2544411512" sldId="278"/>
            <ac:picMk id="3" creationId="{C14A4F90-0AB7-9D78-8C17-39CD17C6FFED}"/>
          </ac:picMkLst>
        </pc:picChg>
        <pc:picChg chg="mod">
          <ac:chgData name="Thiago Ney Evaristo Rodrigues" userId="fb50eefc1efb6381" providerId="LiveId" clId="{CDB8E314-E490-485E-BFDC-E1775CB67CF5}" dt="2025-08-19T04:21:54.858" v="801"/>
          <ac:picMkLst>
            <pc:docMk/>
            <pc:sldMk cId="2544411512" sldId="278"/>
            <ac:picMk id="12" creationId="{D5C692D1-7067-9D75-10EA-9DCD49F13A05}"/>
          </ac:picMkLst>
        </pc:picChg>
        <pc:picChg chg="mod">
          <ac:chgData name="Thiago Ney Evaristo Rodrigues" userId="fb50eefc1efb6381" providerId="LiveId" clId="{CDB8E314-E490-485E-BFDC-E1775CB67CF5}" dt="2025-08-19T22:51:33.790" v="3050" actId="1038"/>
          <ac:picMkLst>
            <pc:docMk/>
            <pc:sldMk cId="2544411512" sldId="278"/>
            <ac:picMk id="21" creationId="{BD481728-67E8-B60B-7112-00164173D4C3}"/>
          </ac:picMkLst>
        </pc:picChg>
        <pc:picChg chg="add del mod">
          <ac:chgData name="Thiago Ney Evaristo Rodrigues" userId="fb50eefc1efb6381" providerId="LiveId" clId="{CDB8E314-E490-485E-BFDC-E1775CB67CF5}" dt="2025-08-19T04:30:51.453" v="939" actId="21"/>
          <ac:picMkLst>
            <pc:docMk/>
            <pc:sldMk cId="2544411512" sldId="278"/>
            <ac:picMk id="24" creationId="{79F03EFA-75A3-0428-BC27-72534AAEEA22}"/>
          </ac:picMkLst>
        </pc:picChg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3228108186" sldId="279"/>
        </pc:sldMkLst>
        <pc:spChg chg="mod">
          <ac:chgData name="Thiago Ney Evaristo Rodrigues" userId="fb50eefc1efb6381" providerId="LiveId" clId="{CDB8E314-E490-485E-BFDC-E1775CB67CF5}" dt="2025-08-19T04:23:25.510" v="816" actId="207"/>
          <ac:spMkLst>
            <pc:docMk/>
            <pc:sldMk cId="3228108186" sldId="279"/>
            <ac:spMk id="5" creationId="{EC80D361-4AEE-8A44-952E-ADA501EAB19A}"/>
          </ac:spMkLst>
        </pc:spChg>
        <pc:spChg chg="mod">
          <ac:chgData name="Thiago Ney Evaristo Rodrigues" userId="fb50eefc1efb6381" providerId="LiveId" clId="{CDB8E314-E490-485E-BFDC-E1775CB67CF5}" dt="2025-08-19T22:32:41.110" v="2556" actId="20577"/>
          <ac:spMkLst>
            <pc:docMk/>
            <pc:sldMk cId="3228108186" sldId="279"/>
            <ac:spMk id="7" creationId="{008AB573-A494-6C71-F44F-C8A7548FAE58}"/>
          </ac:spMkLst>
        </pc:spChg>
        <pc:spChg chg="del mod">
          <ac:chgData name="Thiago Ney Evaristo Rodrigues" userId="fb50eefc1efb6381" providerId="LiveId" clId="{CDB8E314-E490-485E-BFDC-E1775CB67CF5}" dt="2025-08-19T04:23:47.323" v="819" actId="478"/>
          <ac:spMkLst>
            <pc:docMk/>
            <pc:sldMk cId="3228108186" sldId="279"/>
            <ac:spMk id="10" creationId="{11FBCB81-34CB-3134-5406-F6530B5C4878}"/>
          </ac:spMkLst>
        </pc:spChg>
        <pc:spChg chg="mod">
          <ac:chgData name="Thiago Ney Evaristo Rodrigues" userId="fb50eefc1efb6381" providerId="LiveId" clId="{CDB8E314-E490-485E-BFDC-E1775CB67CF5}" dt="2025-08-19T14:47:18.920" v="1446" actId="20577"/>
          <ac:spMkLst>
            <pc:docMk/>
            <pc:sldMk cId="3228108186" sldId="279"/>
            <ac:spMk id="13" creationId="{CD4F1C54-EB4E-858E-87FD-63C63354B4E7}"/>
          </ac:spMkLst>
        </pc:spChg>
        <pc:spChg chg="del mod">
          <ac:chgData name="Thiago Ney Evaristo Rodrigues" userId="fb50eefc1efb6381" providerId="LiveId" clId="{CDB8E314-E490-485E-BFDC-E1775CB67CF5}" dt="2025-08-19T04:34:57.765" v="975" actId="478"/>
          <ac:spMkLst>
            <pc:docMk/>
            <pc:sldMk cId="3228108186" sldId="279"/>
            <ac:spMk id="17" creationId="{368E4E4F-6EF0-4CD9-8BFD-5A1D6FAEC71D}"/>
          </ac:spMkLst>
        </pc:spChg>
        <pc:spChg chg="del mod">
          <ac:chgData name="Thiago Ney Evaristo Rodrigues" userId="fb50eefc1efb6381" providerId="LiveId" clId="{CDB8E314-E490-485E-BFDC-E1775CB67CF5}" dt="2025-08-19T04:34:59.881" v="976" actId="478"/>
          <ac:spMkLst>
            <pc:docMk/>
            <pc:sldMk cId="3228108186" sldId="279"/>
            <ac:spMk id="18" creationId="{9CA4E117-FE36-3724-9D74-CBB381E89E65}"/>
          </ac:spMkLst>
        </pc:spChg>
        <pc:spChg chg="mod">
          <ac:chgData name="Thiago Ney Evaristo Rodrigues" userId="fb50eefc1efb6381" providerId="LiveId" clId="{CDB8E314-E490-485E-BFDC-E1775CB67CF5}" dt="2025-08-19T14:47:21.698" v="1448" actId="20577"/>
          <ac:spMkLst>
            <pc:docMk/>
            <pc:sldMk cId="3228108186" sldId="279"/>
            <ac:spMk id="19" creationId="{8EB3840C-1EF8-00A9-838F-E870E2E79EE6}"/>
          </ac:spMkLst>
        </pc:spChg>
        <pc:spChg chg="add mod">
          <ac:chgData name="Thiago Ney Evaristo Rodrigues" userId="fb50eefc1efb6381" providerId="LiveId" clId="{CDB8E314-E490-485E-BFDC-E1775CB67CF5}" dt="2025-08-19T22:32:28.007" v="2545" actId="20577"/>
          <ac:spMkLst>
            <pc:docMk/>
            <pc:sldMk cId="3228108186" sldId="279"/>
            <ac:spMk id="21" creationId="{CC051EE1-FA57-586B-12BB-433E4E862C94}"/>
          </ac:spMkLst>
        </pc:spChg>
        <pc:grpChg chg="add del mod">
          <ac:chgData name="Thiago Ney Evaristo Rodrigues" userId="fb50eefc1efb6381" providerId="LiveId" clId="{CDB8E314-E490-485E-BFDC-E1775CB67CF5}" dt="2025-08-19T04:23:29.890" v="817" actId="478"/>
          <ac:grpSpMkLst>
            <pc:docMk/>
            <pc:sldMk cId="3228108186" sldId="279"/>
            <ac:grpSpMk id="2" creationId="{629313AC-0762-BA21-C3D7-B1503688A2A8}"/>
          </ac:grpSpMkLst>
        </pc:grpChg>
        <pc:grpChg chg="add mod">
          <ac:chgData name="Thiago Ney Evaristo Rodrigues" userId="fb50eefc1efb6381" providerId="LiveId" clId="{CDB8E314-E490-485E-BFDC-E1775CB67CF5}" dt="2025-08-19T04:27:20.881" v="883" actId="164"/>
          <ac:grpSpMkLst>
            <pc:docMk/>
            <pc:sldMk cId="3228108186" sldId="279"/>
            <ac:grpSpMk id="6" creationId="{979D6555-480E-2AAA-9D91-5FC4CD06BE95}"/>
          </ac:grpSpMkLst>
        </pc:grpChg>
        <pc:grpChg chg="mod">
          <ac:chgData name="Thiago Ney Evaristo Rodrigues" userId="fb50eefc1efb6381" providerId="LiveId" clId="{CDB8E314-E490-485E-BFDC-E1775CB67CF5}" dt="2025-08-19T04:23:44.367" v="818"/>
          <ac:grpSpMkLst>
            <pc:docMk/>
            <pc:sldMk cId="3228108186" sldId="279"/>
            <ac:grpSpMk id="8" creationId="{DCCC2655-D727-88C2-8C8F-074BF32BB09F}"/>
          </ac:grpSpMkLst>
        </pc:grpChg>
        <pc:grpChg chg="mod">
          <ac:chgData name="Thiago Ney Evaristo Rodrigues" userId="fb50eefc1efb6381" providerId="LiveId" clId="{CDB8E314-E490-485E-BFDC-E1775CB67CF5}" dt="2025-08-19T04:23:44.367" v="818"/>
          <ac:grpSpMkLst>
            <pc:docMk/>
            <pc:sldMk cId="3228108186" sldId="279"/>
            <ac:grpSpMk id="11" creationId="{E5596FDF-AABC-7FDF-4E9F-9B6D9523A889}"/>
          </ac:grpSpMkLst>
        </pc:grpChg>
        <pc:grpChg chg="del">
          <ac:chgData name="Thiago Ney Evaristo Rodrigues" userId="fb50eefc1efb6381" providerId="LiveId" clId="{CDB8E314-E490-485E-BFDC-E1775CB67CF5}" dt="2025-08-19T04:19:17.323" v="706" actId="478"/>
          <ac:grpSpMkLst>
            <pc:docMk/>
            <pc:sldMk cId="3228108186" sldId="279"/>
            <ac:grpSpMk id="16" creationId="{42B9BC29-8D2A-17E7-1CEB-DA1F8B8BC204}"/>
          </ac:grpSpMkLst>
        </pc:grpChg>
        <pc:grpChg chg="add mod">
          <ac:chgData name="Thiago Ney Evaristo Rodrigues" userId="fb50eefc1efb6381" providerId="LiveId" clId="{CDB8E314-E490-485E-BFDC-E1775CB67CF5}" dt="2025-08-19T04:27:38.195" v="887" actId="12788"/>
          <ac:grpSpMkLst>
            <pc:docMk/>
            <pc:sldMk cId="3228108186" sldId="279"/>
            <ac:grpSpMk id="22" creationId="{1F22117F-A1B8-ACD1-2B0E-0F17BA15D2F1}"/>
          </ac:grpSpMkLst>
        </pc:grpChg>
        <pc:picChg chg="mod">
          <ac:chgData name="Thiago Ney Evaristo Rodrigues" userId="fb50eefc1efb6381" providerId="LiveId" clId="{CDB8E314-E490-485E-BFDC-E1775CB67CF5}" dt="2025-08-19T04:19:18.504" v="707"/>
          <ac:picMkLst>
            <pc:docMk/>
            <pc:sldMk cId="3228108186" sldId="279"/>
            <ac:picMk id="3" creationId="{AAD9031B-A2B4-489A-C338-1BF7852E3186}"/>
          </ac:picMkLst>
        </pc:picChg>
        <pc:picChg chg="mod">
          <ac:chgData name="Thiago Ney Evaristo Rodrigues" userId="fb50eefc1efb6381" providerId="LiveId" clId="{CDB8E314-E490-485E-BFDC-E1775CB67CF5}" dt="2025-08-19T04:23:44.367" v="818"/>
          <ac:picMkLst>
            <pc:docMk/>
            <pc:sldMk cId="3228108186" sldId="279"/>
            <ac:picMk id="12" creationId="{9D4C41C5-94E9-86D0-09EE-1C7192F18941}"/>
          </ac:picMkLst>
        </pc:picChg>
        <pc:picChg chg="mod">
          <ac:chgData name="Thiago Ney Evaristo Rodrigues" userId="fb50eefc1efb6381" providerId="LiveId" clId="{CDB8E314-E490-485E-BFDC-E1775CB67CF5}" dt="2025-08-19T04:23:44.367" v="818"/>
          <ac:picMkLst>
            <pc:docMk/>
            <pc:sldMk cId="3228108186" sldId="279"/>
            <ac:picMk id="20" creationId="{69C4A23B-637B-8E17-6B0C-DA7C125BD840}"/>
          </ac:picMkLst>
        </pc:picChg>
        <pc:picChg chg="add del mod">
          <ac:chgData name="Thiago Ney Evaristo Rodrigues" userId="fb50eefc1efb6381" providerId="LiveId" clId="{CDB8E314-E490-485E-BFDC-E1775CB67CF5}" dt="2025-08-19T04:31:03.159" v="942" actId="478"/>
          <ac:picMkLst>
            <pc:docMk/>
            <pc:sldMk cId="3228108186" sldId="279"/>
            <ac:picMk id="24" creationId="{79F03EFA-75A3-0428-BC27-72534AAEEA22}"/>
          </ac:picMkLst>
        </pc:picChg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3445230944" sldId="280"/>
        </pc:sldMkLst>
        <pc:spChg chg="add del mod">
          <ac:chgData name="Thiago Ney Evaristo Rodrigues" userId="fb50eefc1efb6381" providerId="LiveId" clId="{CDB8E314-E490-485E-BFDC-E1775CB67CF5}" dt="2025-08-19T23:04:27.872" v="3241" actId="478"/>
          <ac:spMkLst>
            <pc:docMk/>
            <pc:sldMk cId="3445230944" sldId="280"/>
            <ac:spMk id="2" creationId="{3343895D-1366-680B-5B82-5718953C0EB7}"/>
          </ac:spMkLst>
        </pc:spChg>
        <pc:spChg chg="mod">
          <ac:chgData name="Thiago Ney Evaristo Rodrigues" userId="fb50eefc1efb6381" providerId="LiveId" clId="{CDB8E314-E490-485E-BFDC-E1775CB67CF5}" dt="2025-08-19T04:14:49.587" v="649" actId="20577"/>
          <ac:spMkLst>
            <pc:docMk/>
            <pc:sldMk cId="3445230944" sldId="280"/>
            <ac:spMk id="7" creationId="{59DD5CC0-4B25-813C-E288-C750B90C0B80}"/>
          </ac:spMkLst>
        </pc:spChg>
        <pc:spChg chg="mod">
          <ac:chgData name="Thiago Ney Evaristo Rodrigues" userId="fb50eefc1efb6381" providerId="LiveId" clId="{CDB8E314-E490-485E-BFDC-E1775CB67CF5}" dt="2025-08-19T23:04:23.687" v="3240" actId="12789"/>
          <ac:spMkLst>
            <pc:docMk/>
            <pc:sldMk cId="3445230944" sldId="280"/>
            <ac:spMk id="10" creationId="{B1A2B9F6-6CEC-8F22-FD63-10C3021FBABE}"/>
          </ac:spMkLst>
        </pc:spChg>
        <pc:spChg chg="del mod">
          <ac:chgData name="Thiago Ney Evaristo Rodrigues" userId="fb50eefc1efb6381" providerId="LiveId" clId="{CDB8E314-E490-485E-BFDC-E1775CB67CF5}" dt="2025-08-19T23:04:28.620" v="3242" actId="478"/>
          <ac:spMkLst>
            <pc:docMk/>
            <pc:sldMk cId="3445230944" sldId="280"/>
            <ac:spMk id="17" creationId="{317A0BCB-676E-0801-4354-6FAFDD922449}"/>
          </ac:spMkLst>
        </pc:spChg>
        <pc:spChg chg="del">
          <ac:chgData name="Thiago Ney Evaristo Rodrigues" userId="fb50eefc1efb6381" providerId="LiveId" clId="{CDB8E314-E490-485E-BFDC-E1775CB67CF5}" dt="2025-08-19T04:17:06.818" v="682" actId="478"/>
          <ac:spMkLst>
            <pc:docMk/>
            <pc:sldMk cId="3445230944" sldId="280"/>
            <ac:spMk id="18" creationId="{7F1ACB93-8EC5-F77A-C9FA-0F165ED15C51}"/>
          </ac:spMkLst>
        </pc:spChg>
        <pc:grpChg chg="del">
          <ac:chgData name="Thiago Ney Evaristo Rodrigues" userId="fb50eefc1efb6381" providerId="LiveId" clId="{CDB8E314-E490-485E-BFDC-E1775CB67CF5}" dt="2025-08-19T04:17:03.914" v="681" actId="478"/>
          <ac:grpSpMkLst>
            <pc:docMk/>
            <pc:sldMk cId="3445230944" sldId="280"/>
            <ac:grpSpMk id="16" creationId="{50282425-3D3A-54FD-CAD2-F33C8925F2D0}"/>
          </ac:grpSpMkLst>
        </pc:grpChg>
      </pc:sldChg>
      <pc:sldChg chg="addSp delSp modSp add mod replId modTransition">
        <pc:chgData name="Thiago Ney Evaristo Rodrigues" userId="fb50eefc1efb6381" providerId="LiveId" clId="{CDB8E314-E490-485E-BFDC-E1775CB67CF5}" dt="2025-08-19T23:05:37.440" v="3243"/>
        <pc:sldMkLst>
          <pc:docMk/>
          <pc:sldMk cId="4029257523" sldId="281"/>
        </pc:sldMkLst>
        <pc:spChg chg="add del mod">
          <ac:chgData name="Thiago Ney Evaristo Rodrigues" userId="fb50eefc1efb6381" providerId="LiveId" clId="{CDB8E314-E490-485E-BFDC-E1775CB67CF5}" dt="2025-08-19T04:27:51.910" v="891" actId="478"/>
          <ac:spMkLst>
            <pc:docMk/>
            <pc:sldMk cId="4029257523" sldId="281"/>
            <ac:spMk id="2" creationId="{C809BC3A-ABFB-F6F4-DDF2-CE62780D5D1C}"/>
          </ac:spMkLst>
        </pc:spChg>
        <pc:spChg chg="mod">
          <ac:chgData name="Thiago Ney Evaristo Rodrigues" userId="fb50eefc1efb6381" providerId="LiveId" clId="{CDB8E314-E490-485E-BFDC-E1775CB67CF5}" dt="2025-08-19T04:15:10.097" v="660" actId="20577"/>
          <ac:spMkLst>
            <pc:docMk/>
            <pc:sldMk cId="4029257523" sldId="281"/>
            <ac:spMk id="7" creationId="{385D133D-6F74-2BFE-42F2-58078ACD2920}"/>
          </ac:spMkLst>
        </pc:spChg>
        <pc:spChg chg="add del mod">
          <ac:chgData name="Thiago Ney Evaristo Rodrigues" userId="fb50eefc1efb6381" providerId="LiveId" clId="{CDB8E314-E490-485E-BFDC-E1775CB67CF5}" dt="2025-08-19T15:21:09.185" v="1837" actId="255"/>
          <ac:spMkLst>
            <pc:docMk/>
            <pc:sldMk cId="4029257523" sldId="281"/>
            <ac:spMk id="10" creationId="{E57875DD-505E-29DB-9373-561214D2BBDB}"/>
          </ac:spMkLst>
        </pc:spChg>
        <pc:spChg chg="add del mod">
          <ac:chgData name="Thiago Ney Evaristo Rodrigues" userId="fb50eefc1efb6381" providerId="LiveId" clId="{CDB8E314-E490-485E-BFDC-E1775CB67CF5}" dt="2025-08-19T04:16:30.314" v="677" actId="478"/>
          <ac:spMkLst>
            <pc:docMk/>
            <pc:sldMk cId="4029257523" sldId="281"/>
            <ac:spMk id="17" creationId="{C0473808-03BB-F7A5-184D-34ADB7AF37F9}"/>
          </ac:spMkLst>
        </pc:spChg>
        <pc:spChg chg="del">
          <ac:chgData name="Thiago Ney Evaristo Rodrigues" userId="fb50eefc1efb6381" providerId="LiveId" clId="{CDB8E314-E490-485E-BFDC-E1775CB67CF5}" dt="2025-08-19T04:15:23.711" v="666" actId="478"/>
          <ac:spMkLst>
            <pc:docMk/>
            <pc:sldMk cId="4029257523" sldId="281"/>
            <ac:spMk id="18" creationId="{53511AE0-D461-0C21-38EC-B0E3E7704124}"/>
          </ac:spMkLst>
        </pc:spChg>
        <pc:grpChg chg="del">
          <ac:chgData name="Thiago Ney Evaristo Rodrigues" userId="fb50eefc1efb6381" providerId="LiveId" clId="{CDB8E314-E490-485E-BFDC-E1775CB67CF5}" dt="2025-08-19T04:15:12.947" v="661" actId="478"/>
          <ac:grpSpMkLst>
            <pc:docMk/>
            <pc:sldMk cId="4029257523" sldId="281"/>
            <ac:grpSpMk id="16" creationId="{06612247-A763-CDA6-362C-3849C6065687}"/>
          </ac:grpSpMkLst>
        </pc:grpChg>
      </pc:sldChg>
      <pc:sldChg chg="addSp delSp modSp add del mod">
        <pc:chgData name="Thiago Ney Evaristo Rodrigues" userId="fb50eefc1efb6381" providerId="LiveId" clId="{CDB8E314-E490-485E-BFDC-E1775CB67CF5}" dt="2025-08-19T22:25:21.993" v="2481" actId="47"/>
        <pc:sldMkLst>
          <pc:docMk/>
          <pc:sldMk cId="2982126972" sldId="282"/>
        </pc:sldMkLst>
        <pc:spChg chg="add mod">
          <ac:chgData name="Thiago Ney Evaristo Rodrigues" userId="fb50eefc1efb6381" providerId="LiveId" clId="{CDB8E314-E490-485E-BFDC-E1775CB67CF5}" dt="2025-08-19T15:23:30.887" v="1843" actId="12789"/>
          <ac:spMkLst>
            <pc:docMk/>
            <pc:sldMk cId="2982126972" sldId="282"/>
            <ac:spMk id="3" creationId="{407E9802-3FD9-54FC-510E-0CA638C3F605}"/>
          </ac:spMkLst>
        </pc:spChg>
        <pc:spChg chg="add mod">
          <ac:chgData name="Thiago Ney Evaristo Rodrigues" userId="fb50eefc1efb6381" providerId="LiveId" clId="{CDB8E314-E490-485E-BFDC-E1775CB67CF5}" dt="2025-08-19T14:48:33.582" v="1456"/>
          <ac:spMkLst>
            <pc:docMk/>
            <pc:sldMk cId="2982126972" sldId="282"/>
            <ac:spMk id="5" creationId="{B24625BF-FD76-F926-E82C-0CDCFA5E978C}"/>
          </ac:spMkLst>
        </pc:spChg>
        <pc:spChg chg="add del mod">
          <ac:chgData name="Thiago Ney Evaristo Rodrigues" userId="fb50eefc1efb6381" providerId="LiveId" clId="{CDB8E314-E490-485E-BFDC-E1775CB67CF5}" dt="2025-08-19T21:39:54.458" v="1847" actId="478"/>
          <ac:spMkLst>
            <pc:docMk/>
            <pc:sldMk cId="2982126972" sldId="282"/>
            <ac:spMk id="6" creationId="{CFDCEEEF-7C3F-86D3-3AD2-358CC375FE89}"/>
          </ac:spMkLst>
        </pc:spChg>
        <pc:spChg chg="mod">
          <ac:chgData name="Thiago Ney Evaristo Rodrigues" userId="fb50eefc1efb6381" providerId="LiveId" clId="{CDB8E314-E490-485E-BFDC-E1775CB67CF5}" dt="2025-08-19T04:43:52.592" v="1297" actId="20577"/>
          <ac:spMkLst>
            <pc:docMk/>
            <pc:sldMk cId="2982126972" sldId="282"/>
            <ac:spMk id="7" creationId="{0725485C-BB29-24B5-25F9-D774D71EA915}"/>
          </ac:spMkLst>
        </pc:spChg>
        <pc:spChg chg="del mod topLvl">
          <ac:chgData name="Thiago Ney Evaristo Rodrigues" userId="fb50eefc1efb6381" providerId="LiveId" clId="{CDB8E314-E490-485E-BFDC-E1775CB67CF5}" dt="2025-08-19T04:33:25.464" v="948" actId="478"/>
          <ac:spMkLst>
            <pc:docMk/>
            <pc:sldMk cId="2982126972" sldId="282"/>
            <ac:spMk id="13" creationId="{742ED9FB-05D5-9EB2-520B-B7CF88849A47}"/>
          </ac:spMkLst>
        </pc:spChg>
        <pc:spChg chg="del">
          <ac:chgData name="Thiago Ney Evaristo Rodrigues" userId="fb50eefc1efb6381" providerId="LiveId" clId="{CDB8E314-E490-485E-BFDC-E1775CB67CF5}" dt="2025-08-19T04:34:06.463" v="954" actId="478"/>
          <ac:spMkLst>
            <pc:docMk/>
            <pc:sldMk cId="2982126972" sldId="282"/>
            <ac:spMk id="17" creationId="{503C09D3-1409-DE05-9882-8F217457AB0B}"/>
          </ac:spMkLst>
        </pc:spChg>
        <pc:spChg chg="del">
          <ac:chgData name="Thiago Ney Evaristo Rodrigues" userId="fb50eefc1efb6381" providerId="LiveId" clId="{CDB8E314-E490-485E-BFDC-E1775CB67CF5}" dt="2025-08-19T04:34:06.463" v="954" actId="478"/>
          <ac:spMkLst>
            <pc:docMk/>
            <pc:sldMk cId="2982126972" sldId="282"/>
            <ac:spMk id="18" creationId="{6AA8CF76-925F-9909-77EF-C4396B9132A2}"/>
          </ac:spMkLst>
        </pc:spChg>
        <pc:spChg chg="mod topLvl">
          <ac:chgData name="Thiago Ney Evaristo Rodrigues" userId="fb50eefc1efb6381" providerId="LiveId" clId="{CDB8E314-E490-485E-BFDC-E1775CB67CF5}" dt="2025-08-19T15:23:30.887" v="1843" actId="12789"/>
          <ac:spMkLst>
            <pc:docMk/>
            <pc:sldMk cId="2982126972" sldId="282"/>
            <ac:spMk id="20" creationId="{70CC9BEB-C56F-63F0-0DDD-584B856FBD42}"/>
          </ac:spMkLst>
        </pc:spChg>
        <pc:grpChg chg="add del mod">
          <ac:chgData name="Thiago Ney Evaristo Rodrigues" userId="fb50eefc1efb6381" providerId="LiveId" clId="{CDB8E314-E490-485E-BFDC-E1775CB67CF5}" dt="2025-08-19T22:25:09.551" v="2479" actId="21"/>
          <ac:grpSpMkLst>
            <pc:docMk/>
            <pc:sldMk cId="2982126972" sldId="282"/>
            <ac:grpSpMk id="2" creationId="{CE534E28-6C28-9FF8-769F-520E8B11FCAF}"/>
          </ac:grpSpMkLst>
        </pc:grpChg>
        <pc:grpChg chg="del mod topLvl">
          <ac:chgData name="Thiago Ney Evaristo Rodrigues" userId="fb50eefc1efb6381" providerId="LiveId" clId="{CDB8E314-E490-485E-BFDC-E1775CB67CF5}" dt="2025-08-19T14:35:04.833" v="1309" actId="165"/>
          <ac:grpSpMkLst>
            <pc:docMk/>
            <pc:sldMk cId="2982126972" sldId="282"/>
            <ac:grpSpMk id="19" creationId="{08E84F2F-927E-9BF1-B9F1-D4906549DEDC}"/>
          </ac:grpSpMkLst>
        </pc:grpChg>
        <pc:grpChg chg="del">
          <ac:chgData name="Thiago Ney Evaristo Rodrigues" userId="fb50eefc1efb6381" providerId="LiveId" clId="{CDB8E314-E490-485E-BFDC-E1775CB67CF5}" dt="2025-08-19T04:33:19.014" v="947" actId="165"/>
          <ac:grpSpMkLst>
            <pc:docMk/>
            <pc:sldMk cId="2982126972" sldId="282"/>
            <ac:grpSpMk id="22" creationId="{3A7D247D-40D8-36B3-6C5F-4AFB2C3D32B1}"/>
          </ac:grpSpMkLst>
        </pc:grpChg>
        <pc:picChg chg="del mod topLvl">
          <ac:chgData name="Thiago Ney Evaristo Rodrigues" userId="fb50eefc1efb6381" providerId="LiveId" clId="{CDB8E314-E490-485E-BFDC-E1775CB67CF5}" dt="2025-08-19T14:35:08.166" v="1310" actId="478"/>
          <ac:picMkLst>
            <pc:docMk/>
            <pc:sldMk cId="2982126972" sldId="282"/>
            <ac:picMk id="21" creationId="{ED7F1543-F828-3207-04CA-C414949E5B3E}"/>
          </ac:picMkLst>
        </pc:picChg>
        <pc:picChg chg="add mod">
          <ac:chgData name="Thiago Ney Evaristo Rodrigues" userId="fb50eefc1efb6381" providerId="LiveId" clId="{CDB8E314-E490-485E-BFDC-E1775CB67CF5}" dt="2025-08-19T15:23:30.887" v="1843" actId="12789"/>
          <ac:picMkLst>
            <pc:docMk/>
            <pc:sldMk cId="2982126972" sldId="282"/>
            <ac:picMk id="1026" creationId="{CAA76FF2-DFD6-5C25-38BB-DA445E8DE0FC}"/>
          </ac:picMkLst>
        </pc:picChg>
      </pc:sldChg>
      <pc:sldChg chg="delSp add del mod">
        <pc:chgData name="Thiago Ney Evaristo Rodrigues" userId="fb50eefc1efb6381" providerId="LiveId" clId="{CDB8E314-E490-485E-BFDC-E1775CB67CF5}" dt="2025-08-19T22:32:08.828" v="2539" actId="47"/>
        <pc:sldMkLst>
          <pc:docMk/>
          <pc:sldMk cId="961217323" sldId="283"/>
        </pc:sldMkLst>
        <pc:spChg chg="del">
          <ac:chgData name="Thiago Ney Evaristo Rodrigues" userId="fb50eefc1efb6381" providerId="LiveId" clId="{CDB8E314-E490-485E-BFDC-E1775CB67CF5}" dt="2025-08-19T14:58:01.170" v="1717" actId="478"/>
          <ac:spMkLst>
            <pc:docMk/>
            <pc:sldMk cId="961217323" sldId="283"/>
            <ac:spMk id="22" creationId="{C6F9B5BD-CAB5-7B8F-74E9-4F87260B3E67}"/>
          </ac:spMkLst>
        </pc:spChg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3092909903" sldId="284"/>
        </pc:sldMkLst>
        <pc:spChg chg="add del mod">
          <ac:chgData name="Thiago Ney Evaristo Rodrigues" userId="fb50eefc1efb6381" providerId="LiveId" clId="{CDB8E314-E490-485E-BFDC-E1775CB67CF5}" dt="2025-08-19T15:06:32.797" v="1770" actId="478"/>
          <ac:spMkLst>
            <pc:docMk/>
            <pc:sldMk cId="3092909903" sldId="284"/>
            <ac:spMk id="3" creationId="{246B7F1A-A6EF-7F77-9393-A5D32E9CDFE9}"/>
          </ac:spMkLst>
        </pc:spChg>
        <pc:spChg chg="add del mod">
          <ac:chgData name="Thiago Ney Evaristo Rodrigues" userId="fb50eefc1efb6381" providerId="LiveId" clId="{CDB8E314-E490-485E-BFDC-E1775CB67CF5}" dt="2025-08-19T15:06:31.764" v="1769" actId="478"/>
          <ac:spMkLst>
            <pc:docMk/>
            <pc:sldMk cId="3092909903" sldId="284"/>
            <ac:spMk id="5" creationId="{901071D7-D855-3483-869D-3CA3C073B09A}"/>
          </ac:spMkLst>
        </pc:spChg>
        <pc:spChg chg="add">
          <ac:chgData name="Thiago Ney Evaristo Rodrigues" userId="fb50eefc1efb6381" providerId="LiveId" clId="{CDB8E314-E490-485E-BFDC-E1775CB67CF5}" dt="2025-08-19T15:10:13.039" v="1771"/>
          <ac:spMkLst>
            <pc:docMk/>
            <pc:sldMk cId="3092909903" sldId="284"/>
            <ac:spMk id="6" creationId="{9F90CBD8-B658-12F9-65C8-F117EEA219D9}"/>
          </ac:spMkLst>
        </pc:spChg>
        <pc:spChg chg="mod">
          <ac:chgData name="Thiago Ney Evaristo Rodrigues" userId="fb50eefc1efb6381" providerId="LiveId" clId="{CDB8E314-E490-485E-BFDC-E1775CB67CF5}" dt="2025-08-19T14:54:00.118" v="1699" actId="20577"/>
          <ac:spMkLst>
            <pc:docMk/>
            <pc:sldMk cId="3092909903" sldId="284"/>
            <ac:spMk id="7" creationId="{B68B0392-36CF-2CC5-9D75-A8875FA8CEFE}"/>
          </ac:spMkLst>
        </pc:spChg>
        <pc:spChg chg="mod topLvl">
          <ac:chgData name="Thiago Ney Evaristo Rodrigues" userId="fb50eefc1efb6381" providerId="LiveId" clId="{CDB8E314-E490-485E-BFDC-E1775CB67CF5}" dt="2025-08-19T15:19:57.859" v="1824" actId="12789"/>
          <ac:spMkLst>
            <pc:docMk/>
            <pc:sldMk cId="3092909903" sldId="284"/>
            <ac:spMk id="8" creationId="{8219161B-33CE-6FF6-FEDC-91E07D631557}"/>
          </ac:spMkLst>
        </pc:spChg>
        <pc:spChg chg="add del mod">
          <ac:chgData name="Thiago Ney Evaristo Rodrigues" userId="fb50eefc1efb6381" providerId="LiveId" clId="{CDB8E314-E490-485E-BFDC-E1775CB67CF5}" dt="2025-08-19T15:13:05.332" v="1802" actId="478"/>
          <ac:spMkLst>
            <pc:docMk/>
            <pc:sldMk cId="3092909903" sldId="284"/>
            <ac:spMk id="12" creationId="{33A5015D-EBD3-E2E0-9DDD-D7F702CBD14B}"/>
          </ac:spMkLst>
        </pc:spChg>
        <pc:spChg chg="add del mod">
          <ac:chgData name="Thiago Ney Evaristo Rodrigues" userId="fb50eefc1efb6381" providerId="LiveId" clId="{CDB8E314-E490-485E-BFDC-E1775CB67CF5}" dt="2025-08-19T15:13:06.601" v="1803" actId="478"/>
          <ac:spMkLst>
            <pc:docMk/>
            <pc:sldMk cId="3092909903" sldId="284"/>
            <ac:spMk id="13" creationId="{D9EA7569-F8D2-F437-3C88-1D3B5B7D70C2}"/>
          </ac:spMkLst>
        </pc:spChg>
        <pc:spChg chg="add del mod">
          <ac:chgData name="Thiago Ney Evaristo Rodrigues" userId="fb50eefc1efb6381" providerId="LiveId" clId="{CDB8E314-E490-485E-BFDC-E1775CB67CF5}" dt="2025-08-19T15:14:06.032" v="1813" actId="478"/>
          <ac:spMkLst>
            <pc:docMk/>
            <pc:sldMk cId="3092909903" sldId="284"/>
            <ac:spMk id="16" creationId="{F677DFCF-DC4A-823F-0100-F14E6638DF8D}"/>
          </ac:spMkLst>
        </pc:spChg>
        <pc:spChg chg="mod topLvl">
          <ac:chgData name="Thiago Ney Evaristo Rodrigues" userId="fb50eefc1efb6381" providerId="LiveId" clId="{CDB8E314-E490-485E-BFDC-E1775CB67CF5}" dt="2025-08-19T15:19:53.793" v="1823" actId="164"/>
          <ac:spMkLst>
            <pc:docMk/>
            <pc:sldMk cId="3092909903" sldId="284"/>
            <ac:spMk id="20" creationId="{5A366956-6BDB-F479-4211-A3DC5BE75621}"/>
          </ac:spMkLst>
        </pc:spChg>
        <pc:grpChg chg="add del mod">
          <ac:chgData name="Thiago Ney Evaristo Rodrigues" userId="fb50eefc1efb6381" providerId="LiveId" clId="{CDB8E314-E490-485E-BFDC-E1775CB67CF5}" dt="2025-08-19T15:10:25.951" v="1775" actId="165"/>
          <ac:grpSpMkLst>
            <pc:docMk/>
            <pc:sldMk cId="3092909903" sldId="284"/>
            <ac:grpSpMk id="2" creationId="{D81EBAE3-E532-1575-D1B3-CC480BF1CF31}"/>
          </ac:grpSpMkLst>
        </pc:grpChg>
        <pc:grpChg chg="add del mod">
          <ac:chgData name="Thiago Ney Evaristo Rodrigues" userId="fb50eefc1efb6381" providerId="LiveId" clId="{CDB8E314-E490-485E-BFDC-E1775CB67CF5}" dt="2025-08-19T15:11:07.604" v="1785" actId="165"/>
          <ac:grpSpMkLst>
            <pc:docMk/>
            <pc:sldMk cId="3092909903" sldId="284"/>
            <ac:grpSpMk id="11" creationId="{DDD4EB5F-652E-CF98-94D9-139AABA36A56}"/>
          </ac:grpSpMkLst>
        </pc:grpChg>
        <pc:grpChg chg="add del mod topLvl">
          <ac:chgData name="Thiago Ney Evaristo Rodrigues" userId="fb50eefc1efb6381" providerId="LiveId" clId="{CDB8E314-E490-485E-BFDC-E1775CB67CF5}" dt="2025-08-19T15:19:43.280" v="1821" actId="165"/>
          <ac:grpSpMkLst>
            <pc:docMk/>
            <pc:sldMk cId="3092909903" sldId="284"/>
            <ac:grpSpMk id="14" creationId="{03062B31-5479-EF5F-54DE-3DDBCC3E1652}"/>
          </ac:grpSpMkLst>
        </pc:grpChg>
        <pc:grpChg chg="add del mod">
          <ac:chgData name="Thiago Ney Evaristo Rodrigues" userId="fb50eefc1efb6381" providerId="LiveId" clId="{CDB8E314-E490-485E-BFDC-E1775CB67CF5}" dt="2025-08-19T15:13:01.972" v="1801" actId="165"/>
          <ac:grpSpMkLst>
            <pc:docMk/>
            <pc:sldMk cId="3092909903" sldId="284"/>
            <ac:grpSpMk id="15" creationId="{4399621B-94A5-692A-CEED-57878C751CD3}"/>
          </ac:grpSpMkLst>
        </pc:grpChg>
        <pc:grpChg chg="add mod">
          <ac:chgData name="Thiago Ney Evaristo Rodrigues" userId="fb50eefc1efb6381" providerId="LiveId" clId="{CDB8E314-E490-485E-BFDC-E1775CB67CF5}" dt="2025-08-19T15:19:57.859" v="1824" actId="12789"/>
          <ac:grpSpMkLst>
            <pc:docMk/>
            <pc:sldMk cId="3092909903" sldId="284"/>
            <ac:grpSpMk id="17" creationId="{6C4092C6-5E39-15AE-6F3E-6D3D1B907A1E}"/>
          </ac:grpSpMkLst>
        </pc:grpChg>
        <pc:grpChg chg="del mod topLvl">
          <ac:chgData name="Thiago Ney Evaristo Rodrigues" userId="fb50eefc1efb6381" providerId="LiveId" clId="{CDB8E314-E490-485E-BFDC-E1775CB67CF5}" dt="2025-08-19T15:10:31.119" v="1776" actId="165"/>
          <ac:grpSpMkLst>
            <pc:docMk/>
            <pc:sldMk cId="3092909903" sldId="284"/>
            <ac:grpSpMk id="23" creationId="{5DFC5C5D-90D5-5CF0-E7D7-E5EE88F8FBBC}"/>
          </ac:grpSpMkLst>
        </pc:grpChg>
        <pc:grpChg chg="del">
          <ac:chgData name="Thiago Ney Evaristo Rodrigues" userId="fb50eefc1efb6381" providerId="LiveId" clId="{CDB8E314-E490-485E-BFDC-E1775CB67CF5}" dt="2025-08-19T14:53:11.561" v="1629" actId="478"/>
          <ac:grpSpMkLst>
            <pc:docMk/>
            <pc:sldMk cId="3092909903" sldId="284"/>
            <ac:grpSpMk id="24" creationId="{F1A9E7F3-6322-B68A-F4C7-492BEAB0A9DF}"/>
          </ac:grpSpMkLst>
        </pc:grpChg>
        <pc:picChg chg="add mod topLvl">
          <ac:chgData name="Thiago Ney Evaristo Rodrigues" userId="fb50eefc1efb6381" providerId="LiveId" clId="{CDB8E314-E490-485E-BFDC-E1775CB67CF5}" dt="2025-08-19T15:19:53.793" v="1823" actId="164"/>
          <ac:picMkLst>
            <pc:docMk/>
            <pc:sldMk cId="3092909903" sldId="284"/>
            <ac:picMk id="10" creationId="{CC30D25E-19A0-5DE0-35B0-DADAB9323D3B}"/>
          </ac:picMkLst>
        </pc:picChg>
        <pc:picChg chg="del mod topLvl">
          <ac:chgData name="Thiago Ney Evaristo Rodrigues" userId="fb50eefc1efb6381" providerId="LiveId" clId="{CDB8E314-E490-485E-BFDC-E1775CB67CF5}" dt="2025-08-19T15:10:33.588" v="1777" actId="478"/>
          <ac:picMkLst>
            <pc:docMk/>
            <pc:sldMk cId="3092909903" sldId="284"/>
            <ac:picMk id="19" creationId="{4B35577D-64C7-ABF5-63E1-5EFE623642AC}"/>
          </ac:picMkLst>
        </pc:picChg>
      </pc:sldChg>
      <pc:sldChg chg="addSp delSp modSp add mod ord modTransition">
        <pc:chgData name="Thiago Ney Evaristo Rodrigues" userId="fb50eefc1efb6381" providerId="LiveId" clId="{CDB8E314-E490-485E-BFDC-E1775CB67CF5}" dt="2025-08-19T23:05:37.440" v="3243"/>
        <pc:sldMkLst>
          <pc:docMk/>
          <pc:sldMk cId="4051431390" sldId="285"/>
        </pc:sldMkLst>
        <pc:spChg chg="del mod">
          <ac:chgData name="Thiago Ney Evaristo Rodrigues" userId="fb50eefc1efb6381" providerId="LiveId" clId="{CDB8E314-E490-485E-BFDC-E1775CB67CF5}" dt="2025-08-19T22:27:38.323" v="2532" actId="478"/>
          <ac:spMkLst>
            <pc:docMk/>
            <pc:sldMk cId="4051431390" sldId="285"/>
            <ac:spMk id="3" creationId="{FBDD0D65-28E8-610C-E921-59D81B3B4688}"/>
          </ac:spMkLst>
        </pc:spChg>
        <pc:spChg chg="del mod">
          <ac:chgData name="Thiago Ney Evaristo Rodrigues" userId="fb50eefc1efb6381" providerId="LiveId" clId="{CDB8E314-E490-485E-BFDC-E1775CB67CF5}" dt="2025-08-19T22:27:39.296" v="2533" actId="478"/>
          <ac:spMkLst>
            <pc:docMk/>
            <pc:sldMk cId="4051431390" sldId="285"/>
            <ac:spMk id="5" creationId="{004A077F-4220-D97B-E9B1-1CF23812059B}"/>
          </ac:spMkLst>
        </pc:spChg>
        <pc:spChg chg="mod">
          <ac:chgData name="Thiago Ney Evaristo Rodrigues" userId="fb50eefc1efb6381" providerId="LiveId" clId="{CDB8E314-E490-485E-BFDC-E1775CB67CF5}" dt="2025-08-19T22:52:42.977" v="3072" actId="12788"/>
          <ac:spMkLst>
            <pc:docMk/>
            <pc:sldMk cId="4051431390" sldId="285"/>
            <ac:spMk id="6" creationId="{D7BFA22C-4E90-86B6-B8E6-DC263C3D5B22}"/>
          </ac:spMkLst>
        </pc:spChg>
        <pc:spChg chg="add">
          <ac:chgData name="Thiago Ney Evaristo Rodrigues" userId="fb50eefc1efb6381" providerId="LiveId" clId="{CDB8E314-E490-485E-BFDC-E1775CB67CF5}" dt="2025-08-19T21:44:16.731" v="1934"/>
          <ac:spMkLst>
            <pc:docMk/>
            <pc:sldMk cId="4051431390" sldId="285"/>
            <ac:spMk id="8" creationId="{BB18B011-FD0E-9663-BA1E-A06B3DB88CA0}"/>
          </ac:spMkLst>
        </pc:spChg>
        <pc:spChg chg="add mod">
          <ac:chgData name="Thiago Ney Evaristo Rodrigues" userId="fb50eefc1efb6381" providerId="LiveId" clId="{CDB8E314-E490-485E-BFDC-E1775CB67CF5}" dt="2025-08-19T21:44:26.912" v="1938"/>
          <ac:spMkLst>
            <pc:docMk/>
            <pc:sldMk cId="4051431390" sldId="285"/>
            <ac:spMk id="10" creationId="{35C53D33-19A4-92B8-97DB-BB06C0DC7F60}"/>
          </ac:spMkLst>
        </pc:spChg>
        <pc:grpChg chg="del">
          <ac:chgData name="Thiago Ney Evaristo Rodrigues" userId="fb50eefc1efb6381" providerId="LiveId" clId="{CDB8E314-E490-485E-BFDC-E1775CB67CF5}" dt="2025-08-19T21:40:02.846" v="1849" actId="478"/>
          <ac:grpSpMkLst>
            <pc:docMk/>
            <pc:sldMk cId="4051431390" sldId="285"/>
            <ac:grpSpMk id="2" creationId="{2D3BB647-2CAF-CFB7-383A-450A1B78379B}"/>
          </ac:grpSpMkLst>
        </pc:grpChg>
      </pc:sldChg>
      <pc:sldChg chg="addSp delSp modSp add mod modTransition">
        <pc:chgData name="Thiago Ney Evaristo Rodrigues" userId="fb50eefc1efb6381" providerId="LiveId" clId="{CDB8E314-E490-485E-BFDC-E1775CB67CF5}" dt="2025-08-19T23:05:37.440" v="3243"/>
        <pc:sldMkLst>
          <pc:docMk/>
          <pc:sldMk cId="297038157" sldId="286"/>
        </pc:sldMkLst>
        <pc:spChg chg="add">
          <ac:chgData name="Thiago Ney Evaristo Rodrigues" userId="fb50eefc1efb6381" providerId="LiveId" clId="{CDB8E314-E490-485E-BFDC-E1775CB67CF5}" dt="2025-08-19T22:03:27.728" v="2116"/>
          <ac:spMkLst>
            <pc:docMk/>
            <pc:sldMk cId="297038157" sldId="286"/>
            <ac:spMk id="2" creationId="{6B439BCE-771E-3882-E1F6-A4BB29A24B11}"/>
          </ac:spMkLst>
        </pc:spChg>
        <pc:spChg chg="del mod">
          <ac:chgData name="Thiago Ney Evaristo Rodrigues" userId="fb50eefc1efb6381" providerId="LiveId" clId="{CDB8E314-E490-485E-BFDC-E1775CB67CF5}" dt="2025-08-19T22:27:59.605" v="2537" actId="478"/>
          <ac:spMkLst>
            <pc:docMk/>
            <pc:sldMk cId="297038157" sldId="286"/>
            <ac:spMk id="3" creationId="{0C54A474-7CDB-8449-44CB-AE106486BD6F}"/>
          </ac:spMkLst>
        </pc:spChg>
        <pc:spChg chg="del mod">
          <ac:chgData name="Thiago Ney Evaristo Rodrigues" userId="fb50eefc1efb6381" providerId="LiveId" clId="{CDB8E314-E490-485E-BFDC-E1775CB67CF5}" dt="2025-08-19T22:27:58.935" v="2536" actId="478"/>
          <ac:spMkLst>
            <pc:docMk/>
            <pc:sldMk cId="297038157" sldId="286"/>
            <ac:spMk id="5" creationId="{977B4AB2-F717-8056-5BF2-66DF57A28E68}"/>
          </ac:spMkLst>
        </pc:spChg>
        <pc:spChg chg="mod topLvl">
          <ac:chgData name="Thiago Ney Evaristo Rodrigues" userId="fb50eefc1efb6381" providerId="LiveId" clId="{CDB8E314-E490-485E-BFDC-E1775CB67CF5}" dt="2025-08-19T22:38:42.489" v="2767" actId="12788"/>
          <ac:spMkLst>
            <pc:docMk/>
            <pc:sldMk cId="297038157" sldId="286"/>
            <ac:spMk id="6" creationId="{931AE91E-89B5-EEB4-8261-99486D59BE8F}"/>
          </ac:spMkLst>
        </pc:spChg>
        <pc:spChg chg="add del mod">
          <ac:chgData name="Thiago Ney Evaristo Rodrigues" userId="fb50eefc1efb6381" providerId="LiveId" clId="{CDB8E314-E490-485E-BFDC-E1775CB67CF5}" dt="2025-08-19T22:39:04.502" v="2768" actId="478"/>
          <ac:spMkLst>
            <pc:docMk/>
            <pc:sldMk cId="297038157" sldId="286"/>
            <ac:spMk id="13" creationId="{09C93515-7636-8E79-4F91-3F1D971B8725}"/>
          </ac:spMkLst>
        </pc:spChg>
        <pc:spChg chg="add del mod">
          <ac:chgData name="Thiago Ney Evaristo Rodrigues" userId="fb50eefc1efb6381" providerId="LiveId" clId="{CDB8E314-E490-485E-BFDC-E1775CB67CF5}" dt="2025-08-19T22:39:05.600" v="2769" actId="478"/>
          <ac:spMkLst>
            <pc:docMk/>
            <pc:sldMk cId="297038157" sldId="286"/>
            <ac:spMk id="14" creationId="{C9CE14AF-C1D9-006C-8C95-C2B3D86C92C4}"/>
          </ac:spMkLst>
        </pc:spChg>
        <pc:spChg chg="mod topLvl">
          <ac:chgData name="Thiago Ney Evaristo Rodrigues" userId="fb50eefc1efb6381" providerId="LiveId" clId="{CDB8E314-E490-485E-BFDC-E1775CB67CF5}" dt="2025-08-19T22:38:42.489" v="2767" actId="12788"/>
          <ac:spMkLst>
            <pc:docMk/>
            <pc:sldMk cId="297038157" sldId="286"/>
            <ac:spMk id="20" creationId="{70CC9BEB-C56F-63F0-0DDD-584B856FBD42}"/>
          </ac:spMkLst>
        </pc:spChg>
        <pc:grpChg chg="add del mod topLvl">
          <ac:chgData name="Thiago Ney Evaristo Rodrigues" userId="fb50eefc1efb6381" providerId="LiveId" clId="{CDB8E314-E490-485E-BFDC-E1775CB67CF5}" dt="2025-08-19T22:33:03.400" v="2560" actId="165"/>
          <ac:grpSpMkLst>
            <pc:docMk/>
            <pc:sldMk cId="297038157" sldId="286"/>
            <ac:grpSpMk id="8" creationId="{CE534E28-6C28-9FF8-769F-520E8B11FCAF}"/>
          </ac:grpSpMkLst>
        </pc:grpChg>
        <pc:grpChg chg="add del mod">
          <ac:chgData name="Thiago Ney Evaristo Rodrigues" userId="fb50eefc1efb6381" providerId="LiveId" clId="{CDB8E314-E490-485E-BFDC-E1775CB67CF5}" dt="2025-08-19T22:32:59.237" v="2559" actId="165"/>
          <ac:grpSpMkLst>
            <pc:docMk/>
            <pc:sldMk cId="297038157" sldId="286"/>
            <ac:grpSpMk id="10" creationId="{0E5A7261-4155-48DE-6777-14986CAC361F}"/>
          </ac:grpSpMkLst>
        </pc:grpChg>
        <pc:grpChg chg="add del mod">
          <ac:chgData name="Thiago Ney Evaristo Rodrigues" userId="fb50eefc1efb6381" providerId="LiveId" clId="{CDB8E314-E490-485E-BFDC-E1775CB67CF5}" dt="2025-08-19T22:35:16.766" v="2615" actId="165"/>
          <ac:grpSpMkLst>
            <pc:docMk/>
            <pc:sldMk cId="297038157" sldId="286"/>
            <ac:grpSpMk id="11" creationId="{E55E2177-5E89-9D31-2893-83CCA52D5CB2}"/>
          </ac:grpSpMkLst>
        </pc:grpChg>
        <pc:grpChg chg="add mod">
          <ac:chgData name="Thiago Ney Evaristo Rodrigues" userId="fb50eefc1efb6381" providerId="LiveId" clId="{CDB8E314-E490-485E-BFDC-E1775CB67CF5}" dt="2025-08-19T22:38:42.489" v="2767" actId="12788"/>
          <ac:grpSpMkLst>
            <pc:docMk/>
            <pc:sldMk cId="297038157" sldId="286"/>
            <ac:grpSpMk id="12" creationId="{5AB11290-9D2F-E370-B845-D00FD31A74D7}"/>
          </ac:grpSpMkLst>
        </pc:grpChg>
        <pc:grpChg chg="add mod">
          <ac:chgData name="Thiago Ney Evaristo Rodrigues" userId="fb50eefc1efb6381" providerId="LiveId" clId="{CDB8E314-E490-485E-BFDC-E1775CB67CF5}" dt="2025-08-19T22:38:42.489" v="2767" actId="12788"/>
          <ac:grpSpMkLst>
            <pc:docMk/>
            <pc:sldMk cId="297038157" sldId="286"/>
            <ac:grpSpMk id="15" creationId="{7D6434F1-1402-17B7-D82E-238DEB640F9C}"/>
          </ac:grpSpMkLst>
        </pc:grpChg>
        <pc:picChg chg="mod topLvl">
          <ac:chgData name="Thiago Ney Evaristo Rodrigues" userId="fb50eefc1efb6381" providerId="LiveId" clId="{CDB8E314-E490-485E-BFDC-E1775CB67CF5}" dt="2025-08-19T22:38:42.489" v="2767" actId="12788"/>
          <ac:picMkLst>
            <pc:docMk/>
            <pc:sldMk cId="297038157" sldId="286"/>
            <ac:picMk id="1026" creationId="{CAA76FF2-DFD6-5C25-38BB-DA445E8DE0FC}"/>
          </ac:picMkLst>
        </pc:picChg>
      </pc:sldChg>
      <pc:sldChg chg="addSp delSp modSp add del mod">
        <pc:chgData name="Thiago Ney Evaristo Rodrigues" userId="fb50eefc1efb6381" providerId="LiveId" clId="{CDB8E314-E490-485E-BFDC-E1775CB67CF5}" dt="2025-08-19T22:28:02.487" v="2538" actId="47"/>
        <pc:sldMkLst>
          <pc:docMk/>
          <pc:sldMk cId="996914907" sldId="287"/>
        </pc:sldMkLst>
        <pc:spChg chg="mod">
          <ac:chgData name="Thiago Ney Evaristo Rodrigues" userId="fb50eefc1efb6381" providerId="LiveId" clId="{CDB8E314-E490-485E-BFDC-E1775CB67CF5}" dt="2025-08-19T22:24:38.288" v="2478" actId="20577"/>
          <ac:spMkLst>
            <pc:docMk/>
            <pc:sldMk cId="996914907" sldId="287"/>
            <ac:spMk id="6" creationId="{7668B147-B4B8-DD55-073D-E2035EE7F561}"/>
          </ac:spMkLst>
        </pc:spChg>
        <pc:spChg chg="mod">
          <ac:chgData name="Thiago Ney Evaristo Rodrigues" userId="fb50eefc1efb6381" providerId="LiveId" clId="{CDB8E314-E490-485E-BFDC-E1775CB67CF5}" dt="2025-08-19T22:25:11.285" v="2480"/>
          <ac:spMkLst>
            <pc:docMk/>
            <pc:sldMk cId="996914907" sldId="287"/>
            <ac:spMk id="20" creationId="{70CC9BEB-C56F-63F0-0DDD-584B856FBD42}"/>
          </ac:spMkLst>
        </pc:spChg>
        <pc:grpChg chg="add del mod">
          <ac:chgData name="Thiago Ney Evaristo Rodrigues" userId="fb50eefc1efb6381" providerId="LiveId" clId="{CDB8E314-E490-485E-BFDC-E1775CB67CF5}" dt="2025-08-19T22:27:12.657" v="2525" actId="21"/>
          <ac:grpSpMkLst>
            <pc:docMk/>
            <pc:sldMk cId="996914907" sldId="287"/>
            <ac:grpSpMk id="2" creationId="{CE534E28-6C28-9FF8-769F-520E8B11FCAF}"/>
          </ac:grpSpMkLst>
        </pc:grpChg>
        <pc:picChg chg="mod">
          <ac:chgData name="Thiago Ney Evaristo Rodrigues" userId="fb50eefc1efb6381" providerId="LiveId" clId="{CDB8E314-E490-485E-BFDC-E1775CB67CF5}" dt="2025-08-19T22:25:11.285" v="2480"/>
          <ac:picMkLst>
            <pc:docMk/>
            <pc:sldMk cId="996914907" sldId="287"/>
            <ac:picMk id="1026" creationId="{CAA76FF2-DFD6-5C25-38BB-DA445E8DE0FC}"/>
          </ac:picMkLst>
        </pc:picChg>
      </pc:sldChg>
      <pc:sldChg chg="add del">
        <pc:chgData name="Thiago Ney Evaristo Rodrigues" userId="fb50eefc1efb6381" providerId="LiveId" clId="{CDB8E314-E490-485E-BFDC-E1775CB67CF5}" dt="2025-08-19T22:23:15.476" v="2391" actId="2890"/>
        <pc:sldMkLst>
          <pc:docMk/>
          <pc:sldMk cId="4043046262" sldId="287"/>
        </pc:sldMkLst>
      </pc:sldChg>
      <pc:sldChg chg="add del replId">
        <pc:chgData name="Thiago Ney Evaristo Rodrigues" userId="fb50eefc1efb6381" providerId="LiveId" clId="{CDB8E314-E490-485E-BFDC-E1775CB67CF5}" dt="2025-08-19T22:23:15.476" v="2391" actId="2890"/>
        <pc:sldMkLst>
          <pc:docMk/>
          <pc:sldMk cId="1991174193" sldId="288"/>
        </pc:sldMkLst>
      </pc:sldChg>
      <pc:sldChg chg="add del replId">
        <pc:chgData name="Thiago Ney Evaristo Rodrigues" userId="fb50eefc1efb6381" providerId="LiveId" clId="{CDB8E314-E490-485E-BFDC-E1775CB67CF5}" dt="2025-08-19T22:23:15.476" v="2391" actId="2890"/>
        <pc:sldMkLst>
          <pc:docMk/>
          <pc:sldMk cId="950194000" sldId="289"/>
        </pc:sldMkLst>
      </pc:sldChg>
    </pc:docChg>
  </pc:docChgLst>
  <pc:docChgLst>
    <pc:chgData name="Thiago Ney Evaristo Rodrigues" userId="fb50eefc1efb6381" providerId="Windows Live" clId="Web-{7ACC5FD9-364D-82F7-346C-F5AE636F9869}"/>
    <pc:docChg chg="addSld delSld modSld sldOrd">
      <pc:chgData name="Thiago Ney Evaristo Rodrigues" userId="fb50eefc1efb6381" providerId="Windows Live" clId="Web-{7ACC5FD9-364D-82F7-346C-F5AE636F9869}" dt="2025-08-18T19:12:50.707" v="875" actId="20577"/>
      <pc:docMkLst>
        <pc:docMk/>
      </pc:docMkLst>
      <pc:sldChg chg="modSp">
        <pc:chgData name="Thiago Ney Evaristo Rodrigues" userId="fb50eefc1efb6381" providerId="Windows Live" clId="Web-{7ACC5FD9-364D-82F7-346C-F5AE636F9869}" dt="2025-08-18T17:35:39.455" v="104"/>
        <pc:sldMkLst>
          <pc:docMk/>
          <pc:sldMk cId="3536410419" sldId="264"/>
        </pc:sldMkLst>
        <pc:spChg chg="mod">
          <ac:chgData name="Thiago Ney Evaristo Rodrigues" userId="fb50eefc1efb6381" providerId="Windows Live" clId="Web-{7ACC5FD9-364D-82F7-346C-F5AE636F9869}" dt="2025-08-18T17:30:47.259" v="79" actId="20577"/>
          <ac:spMkLst>
            <pc:docMk/>
            <pc:sldMk cId="3536410419" sldId="264"/>
            <ac:spMk id="3" creationId="{A2566FEB-E0B9-C52F-25A4-D2A9488DACB2}"/>
          </ac:spMkLst>
        </pc:spChg>
        <pc:spChg chg="mod">
          <ac:chgData name="Thiago Ney Evaristo Rodrigues" userId="fb50eefc1efb6381" providerId="Windows Live" clId="Web-{7ACC5FD9-364D-82F7-346C-F5AE636F9869}" dt="2025-08-18T17:35:39.455" v="104"/>
          <ac:spMkLst>
            <pc:docMk/>
            <pc:sldMk cId="3536410419" sldId="264"/>
            <ac:spMk id="4" creationId="{A9E5F64C-D008-1E3B-7FC3-892F3A20E554}"/>
          </ac:spMkLst>
        </pc:spChg>
        <pc:spChg chg="mod">
          <ac:chgData name="Thiago Ney Evaristo Rodrigues" userId="fb50eefc1efb6381" providerId="Windows Live" clId="Web-{7ACC5FD9-364D-82F7-346C-F5AE636F9869}" dt="2025-08-18T17:31:11.152" v="100" actId="20577"/>
          <ac:spMkLst>
            <pc:docMk/>
            <pc:sldMk cId="3536410419" sldId="264"/>
            <ac:spMk id="9" creationId="{D8430433-FA66-D5A3-062F-A93112CB2B52}"/>
          </ac:spMkLst>
        </pc:spChg>
        <pc:spChg chg="mod">
          <ac:chgData name="Thiago Ney Evaristo Rodrigues" userId="fb50eefc1efb6381" providerId="Windows Live" clId="Web-{7ACC5FD9-364D-82F7-346C-F5AE636F9869}" dt="2025-08-18T17:31:52.264" v="102" actId="20577"/>
          <ac:spMkLst>
            <pc:docMk/>
            <pc:sldMk cId="3536410419" sldId="264"/>
            <ac:spMk id="10" creationId="{B6CC3FE1-0548-4031-10F5-7E8ED23E955E}"/>
          </ac:spMkLst>
        </pc:spChg>
      </pc:sldChg>
      <pc:sldChg chg="addSp modSp">
        <pc:chgData name="Thiago Ney Evaristo Rodrigues" userId="fb50eefc1efb6381" providerId="Windows Live" clId="Web-{7ACC5FD9-364D-82F7-346C-F5AE636F9869}" dt="2025-08-18T17:54:56.144" v="340" actId="14100"/>
        <pc:sldMkLst>
          <pc:docMk/>
          <pc:sldMk cId="280983118" sldId="265"/>
        </pc:sldMkLst>
        <pc:spChg chg="mod">
          <ac:chgData name="Thiago Ney Evaristo Rodrigues" userId="fb50eefc1efb6381" providerId="Windows Live" clId="Web-{7ACC5FD9-364D-82F7-346C-F5AE636F9869}" dt="2025-08-18T17:54:56.144" v="340" actId="14100"/>
          <ac:spMkLst>
            <pc:docMk/>
            <pc:sldMk cId="280983118" sldId="265"/>
            <ac:spMk id="3" creationId="{BB559D3D-4FBE-8E76-CB69-02073D9729B9}"/>
          </ac:spMkLst>
        </pc:spChg>
        <pc:picChg chg="add mod">
          <ac:chgData name="Thiago Ney Evaristo Rodrigues" userId="fb50eefc1efb6381" providerId="Windows Live" clId="Web-{7ACC5FD9-364D-82F7-346C-F5AE636F9869}" dt="2025-08-18T17:54:51.394" v="339" actId="1076"/>
          <ac:picMkLst>
            <pc:docMk/>
            <pc:sldMk cId="280983118" sldId="265"/>
            <ac:picMk id="5" creationId="{18C07F95-DA9D-953A-01AA-93C1BF6E2F95}"/>
          </ac:picMkLst>
        </pc:picChg>
      </pc:sldChg>
      <pc:sldChg chg="addSp modSp">
        <pc:chgData name="Thiago Ney Evaristo Rodrigues" userId="fb50eefc1efb6381" providerId="Windows Live" clId="Web-{7ACC5FD9-364D-82F7-346C-F5AE636F9869}" dt="2025-08-18T18:00:47.659" v="379" actId="20577"/>
        <pc:sldMkLst>
          <pc:docMk/>
          <pc:sldMk cId="3614048354" sldId="266"/>
        </pc:sldMkLst>
        <pc:spChg chg="mod">
          <ac:chgData name="Thiago Ney Evaristo Rodrigues" userId="fb50eefc1efb6381" providerId="Windows Live" clId="Web-{7ACC5FD9-364D-82F7-346C-F5AE636F9869}" dt="2025-08-18T18:00:47.659" v="379" actId="20577"/>
          <ac:spMkLst>
            <pc:docMk/>
            <pc:sldMk cId="3614048354" sldId="266"/>
            <ac:spMk id="3" creationId="{54795B77-50A9-AE54-C5E4-B3DE4348BE09}"/>
          </ac:spMkLst>
        </pc:spChg>
        <pc:picChg chg="add mod">
          <ac:chgData name="Thiago Ney Evaristo Rodrigues" userId="fb50eefc1efb6381" providerId="Windows Live" clId="Web-{7ACC5FD9-364D-82F7-346C-F5AE636F9869}" dt="2025-08-18T17:55:41.070" v="343" actId="1076"/>
          <ac:picMkLst>
            <pc:docMk/>
            <pc:sldMk cId="3614048354" sldId="266"/>
            <ac:picMk id="5" creationId="{06F26671-4A0E-3770-263C-E2C6B886A9EB}"/>
          </ac:picMkLst>
        </pc:picChg>
      </pc:sldChg>
      <pc:sldChg chg="addSp delSp modSp">
        <pc:chgData name="Thiago Ney Evaristo Rodrigues" userId="fb50eefc1efb6381" providerId="Windows Live" clId="Web-{7ACC5FD9-364D-82F7-346C-F5AE636F9869}" dt="2025-08-18T18:54:12.957" v="766" actId="20577"/>
        <pc:sldMkLst>
          <pc:docMk/>
          <pc:sldMk cId="2936865589" sldId="267"/>
        </pc:sldMkLst>
        <pc:spChg chg="mod">
          <ac:chgData name="Thiago Ney Evaristo Rodrigues" userId="fb50eefc1efb6381" providerId="Windows Live" clId="Web-{7ACC5FD9-364D-82F7-346C-F5AE636F9869}" dt="2025-08-18T18:54:12.957" v="766" actId="20577"/>
          <ac:spMkLst>
            <pc:docMk/>
            <pc:sldMk cId="2936865589" sldId="267"/>
            <ac:spMk id="3" creationId="{60D62624-8412-1DD1-D048-3C13B60D3EC0}"/>
          </ac:spMkLst>
        </pc:spChg>
        <pc:picChg chg="add del mod">
          <ac:chgData name="Thiago Ney Evaristo Rodrigues" userId="fb50eefc1efb6381" providerId="Windows Live" clId="Web-{7ACC5FD9-364D-82F7-346C-F5AE636F9869}" dt="2025-08-18T18:32:02.376" v="583"/>
          <ac:picMkLst>
            <pc:docMk/>
            <pc:sldMk cId="2936865589" sldId="267"/>
            <ac:picMk id="5" creationId="{FBFDD9F4-02A2-2BB0-A10B-830C71897469}"/>
          </ac:picMkLst>
        </pc:picChg>
        <pc:picChg chg="add mod">
          <ac:chgData name="Thiago Ney Evaristo Rodrigues" userId="fb50eefc1efb6381" providerId="Windows Live" clId="Web-{7ACC5FD9-364D-82F7-346C-F5AE636F9869}" dt="2025-08-18T18:39:24.223" v="599" actId="1076"/>
          <ac:picMkLst>
            <pc:docMk/>
            <pc:sldMk cId="2936865589" sldId="267"/>
            <ac:picMk id="6" creationId="{180A3A88-C16E-4BED-06D1-45C572A20374}"/>
          </ac:picMkLst>
        </pc:picChg>
        <pc:picChg chg="add mod">
          <ac:chgData name="Thiago Ney Evaristo Rodrigues" userId="fb50eefc1efb6381" providerId="Windows Live" clId="Web-{7ACC5FD9-364D-82F7-346C-F5AE636F9869}" dt="2025-08-18T18:39:25.833" v="600" actId="1076"/>
          <ac:picMkLst>
            <pc:docMk/>
            <pc:sldMk cId="2936865589" sldId="267"/>
            <ac:picMk id="7" creationId="{D367DE33-B6F2-AF57-0FEC-0951A8F39C3D}"/>
          </ac:picMkLst>
        </pc:picChg>
        <pc:picChg chg="add del mod">
          <ac:chgData name="Thiago Ney Evaristo Rodrigues" userId="fb50eefc1efb6381" providerId="Windows Live" clId="Web-{7ACC5FD9-364D-82F7-346C-F5AE636F9869}" dt="2025-08-18T18:38:14.624" v="587"/>
          <ac:picMkLst>
            <pc:docMk/>
            <pc:sldMk cId="2936865589" sldId="267"/>
            <ac:picMk id="9" creationId="{E9E67D9A-7DB5-9661-2A7E-5CB671F72A7D}"/>
          </ac:picMkLst>
        </pc:picChg>
      </pc:sldChg>
      <pc:sldChg chg="addSp delSp modSp">
        <pc:chgData name="Thiago Ney Evaristo Rodrigues" userId="fb50eefc1efb6381" providerId="Windows Live" clId="Web-{7ACC5FD9-364D-82F7-346C-F5AE636F9869}" dt="2025-08-18T19:12:50.707" v="875" actId="20577"/>
        <pc:sldMkLst>
          <pc:docMk/>
          <pc:sldMk cId="872924692" sldId="268"/>
        </pc:sldMkLst>
        <pc:spChg chg="mod">
          <ac:chgData name="Thiago Ney Evaristo Rodrigues" userId="fb50eefc1efb6381" providerId="Windows Live" clId="Web-{7ACC5FD9-364D-82F7-346C-F5AE636F9869}" dt="2025-08-18T19:12:50.707" v="875" actId="20577"/>
          <ac:spMkLst>
            <pc:docMk/>
            <pc:sldMk cId="872924692" sldId="268"/>
            <ac:spMk id="3" creationId="{95FF030B-F453-B2DE-D408-C18AC94305C3}"/>
          </ac:spMkLst>
        </pc:spChg>
        <pc:picChg chg="add mod">
          <ac:chgData name="Thiago Ney Evaristo Rodrigues" userId="fb50eefc1efb6381" providerId="Windows Live" clId="Web-{7ACC5FD9-364D-82F7-346C-F5AE636F9869}" dt="2025-08-18T19:09:45.083" v="830" actId="1076"/>
          <ac:picMkLst>
            <pc:docMk/>
            <pc:sldMk cId="872924692" sldId="268"/>
            <ac:picMk id="5" creationId="{FD1B6C40-6C42-16AC-8A0C-1B7D57718FE5}"/>
          </ac:picMkLst>
        </pc:picChg>
        <pc:picChg chg="add del mod">
          <ac:chgData name="Thiago Ney Evaristo Rodrigues" userId="fb50eefc1efb6381" providerId="Windows Live" clId="Web-{7ACC5FD9-364D-82F7-346C-F5AE636F9869}" dt="2025-08-18T19:03:11.252" v="774"/>
          <ac:picMkLst>
            <pc:docMk/>
            <pc:sldMk cId="872924692" sldId="268"/>
            <ac:picMk id="6" creationId="{BB718876-D7C9-911B-C1CE-4EE287F1CE36}"/>
          </ac:picMkLst>
        </pc:picChg>
        <pc:picChg chg="add del mod">
          <ac:chgData name="Thiago Ney Evaristo Rodrigues" userId="fb50eefc1efb6381" providerId="Windows Live" clId="Web-{7ACC5FD9-364D-82F7-346C-F5AE636F9869}" dt="2025-08-18T19:09:57.912" v="833"/>
          <ac:picMkLst>
            <pc:docMk/>
            <pc:sldMk cId="872924692" sldId="268"/>
            <ac:picMk id="7" creationId="{1C16AEA2-7DBC-A178-E8CF-12EABE535659}"/>
          </ac:picMkLst>
        </pc:picChg>
      </pc:sldChg>
      <pc:sldChg chg="delSp modSp add replId">
        <pc:chgData name="Thiago Ney Evaristo Rodrigues" userId="fb50eefc1efb6381" providerId="Windows Live" clId="Web-{7ACC5FD9-364D-82F7-346C-F5AE636F9869}" dt="2025-08-18T18:04:12.801" v="399" actId="20577"/>
        <pc:sldMkLst>
          <pc:docMk/>
          <pc:sldMk cId="1618868839" sldId="273"/>
        </pc:sldMkLst>
        <pc:spChg chg="mod">
          <ac:chgData name="Thiago Ney Evaristo Rodrigues" userId="fb50eefc1efb6381" providerId="Windows Live" clId="Web-{7ACC5FD9-364D-82F7-346C-F5AE636F9869}" dt="2025-08-18T18:04:12.801" v="399" actId="20577"/>
          <ac:spMkLst>
            <pc:docMk/>
            <pc:sldMk cId="1618868839" sldId="273"/>
            <ac:spMk id="3" creationId="{9B7A3BA1-1FA7-DDAF-6F8C-E41477414288}"/>
          </ac:spMkLst>
        </pc:spChg>
        <pc:picChg chg="del">
          <ac:chgData name="Thiago Ney Evaristo Rodrigues" userId="fb50eefc1efb6381" providerId="Windows Live" clId="Web-{7ACC5FD9-364D-82F7-346C-F5AE636F9869}" dt="2025-08-18T18:01:24.396" v="390"/>
          <ac:picMkLst>
            <pc:docMk/>
            <pc:sldMk cId="1618868839" sldId="273"/>
            <ac:picMk id="5" creationId="{7B308E29-8FE4-B45D-6C9B-159280BD3E2A}"/>
          </ac:picMkLst>
        </pc:picChg>
      </pc:sldChg>
      <pc:sldChg chg="delSp modSp add del replId">
        <pc:chgData name="Thiago Ney Evaristo Rodrigues" userId="fb50eefc1efb6381" providerId="Windows Live" clId="Web-{7ACC5FD9-364D-82F7-346C-F5AE636F9869}" dt="2025-08-18T18:01:18.317" v="388"/>
        <pc:sldMkLst>
          <pc:docMk/>
          <pc:sldMk cId="3866793740" sldId="273"/>
        </pc:sldMkLst>
        <pc:spChg chg="mod">
          <ac:chgData name="Thiago Ney Evaristo Rodrigues" userId="fb50eefc1efb6381" providerId="Windows Live" clId="Web-{7ACC5FD9-364D-82F7-346C-F5AE636F9869}" dt="2025-08-18T18:01:16.974" v="387" actId="20577"/>
          <ac:spMkLst>
            <pc:docMk/>
            <pc:sldMk cId="3866793740" sldId="273"/>
            <ac:spMk id="2" creationId="{E5305C69-BBA5-9354-E849-1655D792EDBD}"/>
          </ac:spMkLst>
        </pc:spChg>
        <pc:picChg chg="del">
          <ac:chgData name="Thiago Ney Evaristo Rodrigues" userId="fb50eefc1efb6381" providerId="Windows Live" clId="Web-{7ACC5FD9-364D-82F7-346C-F5AE636F9869}" dt="2025-08-18T18:00:52.753" v="381"/>
          <ac:picMkLst>
            <pc:docMk/>
            <pc:sldMk cId="3866793740" sldId="273"/>
            <ac:picMk id="5" creationId="{4903C1C3-4585-114D-3465-772615715482}"/>
          </ac:picMkLst>
        </pc:picChg>
      </pc:sldChg>
      <pc:sldChg chg="modSp add replId">
        <pc:chgData name="Thiago Ney Evaristo Rodrigues" userId="fb50eefc1efb6381" providerId="Windows Live" clId="Web-{7ACC5FD9-364D-82F7-346C-F5AE636F9869}" dt="2025-08-18T18:08:48.729" v="405"/>
        <pc:sldMkLst>
          <pc:docMk/>
          <pc:sldMk cId="3847462140" sldId="274"/>
        </pc:sldMkLst>
        <pc:spChg chg="mod">
          <ac:chgData name="Thiago Ney Evaristo Rodrigues" userId="fb50eefc1efb6381" providerId="Windows Live" clId="Web-{7ACC5FD9-364D-82F7-346C-F5AE636F9869}" dt="2025-08-18T18:04:20.536" v="403" actId="20577"/>
          <ac:spMkLst>
            <pc:docMk/>
            <pc:sldMk cId="3847462140" sldId="274"/>
            <ac:spMk id="3" creationId="{814073FD-FF5D-623B-E912-7DB62A56CF31}"/>
          </ac:spMkLst>
        </pc:spChg>
        <pc:spChg chg="mod">
          <ac:chgData name="Thiago Ney Evaristo Rodrigues" userId="fb50eefc1efb6381" providerId="Windows Live" clId="Web-{7ACC5FD9-364D-82F7-346C-F5AE636F9869}" dt="2025-08-18T18:08:48.729" v="405"/>
          <ac:spMkLst>
            <pc:docMk/>
            <pc:sldMk cId="3847462140" sldId="274"/>
            <ac:spMk id="4" creationId="{80DE6686-1D5E-C5D0-1311-0A87CC14D54B}"/>
          </ac:spMkLst>
        </pc:spChg>
      </pc:sldChg>
      <pc:sldChg chg="addSp delSp modSp add ord replId">
        <pc:chgData name="Thiago Ney Evaristo Rodrigues" userId="fb50eefc1efb6381" providerId="Windows Live" clId="Web-{7ACC5FD9-364D-82F7-346C-F5AE636F9869}" dt="2025-08-18T18:53:07.904" v="730" actId="20577"/>
        <pc:sldMkLst>
          <pc:docMk/>
          <pc:sldMk cId="2318078833" sldId="275"/>
        </pc:sldMkLst>
        <pc:spChg chg="mod">
          <ac:chgData name="Thiago Ney Evaristo Rodrigues" userId="fb50eefc1efb6381" providerId="Windows Live" clId="Web-{7ACC5FD9-364D-82F7-346C-F5AE636F9869}" dt="2025-08-18T18:53:07.904" v="730" actId="20577"/>
          <ac:spMkLst>
            <pc:docMk/>
            <pc:sldMk cId="2318078833" sldId="275"/>
            <ac:spMk id="3" creationId="{7E00A612-3E79-92DB-CC20-143B92011F19}"/>
          </ac:spMkLst>
        </pc:spChg>
        <pc:picChg chg="del">
          <ac:chgData name="Thiago Ney Evaristo Rodrigues" userId="fb50eefc1efb6381" providerId="Windows Live" clId="Web-{7ACC5FD9-364D-82F7-346C-F5AE636F9869}" dt="2025-08-18T18:25:29.220" v="578"/>
          <ac:picMkLst>
            <pc:docMk/>
            <pc:sldMk cId="2318078833" sldId="275"/>
            <ac:picMk id="5" creationId="{C017942A-777D-5D47-34D9-00683A54FACB}"/>
          </ac:picMkLst>
        </pc:picChg>
        <pc:picChg chg="add mod">
          <ac:chgData name="Thiago Ney Evaristo Rodrigues" userId="fb50eefc1efb6381" providerId="Windows Live" clId="Web-{7ACC5FD9-364D-82F7-346C-F5AE636F9869}" dt="2025-08-18T18:25:47.643" v="581" actId="1076"/>
          <ac:picMkLst>
            <pc:docMk/>
            <pc:sldMk cId="2318078833" sldId="275"/>
            <ac:picMk id="6" creationId="{2A7EB31C-1E1E-E087-CAF8-3FA48AB54368}"/>
          </ac:picMkLst>
        </pc:picChg>
      </pc:sldChg>
      <pc:sldChg chg="delSp modSp add del replId">
        <pc:chgData name="Thiago Ney Evaristo Rodrigues" userId="fb50eefc1efb6381" providerId="Windows Live" clId="Web-{7ACC5FD9-364D-82F7-346C-F5AE636F9869}" dt="2025-08-18T18:51:34.427" v="723"/>
        <pc:sldMkLst>
          <pc:docMk/>
          <pc:sldMk cId="1319517906" sldId="276"/>
        </pc:sldMkLst>
        <pc:spChg chg="mod">
          <ac:chgData name="Thiago Ney Evaristo Rodrigues" userId="fb50eefc1efb6381" providerId="Windows Live" clId="Web-{7ACC5FD9-364D-82F7-346C-F5AE636F9869}" dt="2025-08-18T18:21:12.683" v="576" actId="20577"/>
          <ac:spMkLst>
            <pc:docMk/>
            <pc:sldMk cId="1319517906" sldId="276"/>
            <ac:spMk id="3" creationId="{926075E0-9664-90A6-3671-2342E5DC649B}"/>
          </ac:spMkLst>
        </pc:spChg>
        <pc:picChg chg="del">
          <ac:chgData name="Thiago Ney Evaristo Rodrigues" userId="fb50eefc1efb6381" providerId="Windows Live" clId="Web-{7ACC5FD9-364D-82F7-346C-F5AE636F9869}" dt="2025-08-18T18:21:13.933" v="577"/>
          <ac:picMkLst>
            <pc:docMk/>
            <pc:sldMk cId="1319517906" sldId="276"/>
            <ac:picMk id="5" creationId="{E1D27267-AAA7-5C6E-B1F6-DB145E01723B}"/>
          </ac:picMkLst>
        </pc:picChg>
      </pc:sldChg>
      <pc:sldChg chg="delSp modSp add replId">
        <pc:chgData name="Thiago Ney Evaristo Rodrigues" userId="fb50eefc1efb6381" providerId="Windows Live" clId="Web-{7ACC5FD9-364D-82F7-346C-F5AE636F9869}" dt="2025-08-18T19:10:08.366" v="836" actId="20577"/>
        <pc:sldMkLst>
          <pc:docMk/>
          <pc:sldMk cId="4106440066" sldId="276"/>
        </pc:sldMkLst>
        <pc:spChg chg="mod">
          <ac:chgData name="Thiago Ney Evaristo Rodrigues" userId="fb50eefc1efb6381" providerId="Windows Live" clId="Web-{7ACC5FD9-364D-82F7-346C-F5AE636F9869}" dt="2025-08-18T19:10:08.366" v="836" actId="20577"/>
          <ac:spMkLst>
            <pc:docMk/>
            <pc:sldMk cId="4106440066" sldId="276"/>
            <ac:spMk id="3" creationId="{42910F21-DC0B-734A-A7CC-460BE5C31677}"/>
          </ac:spMkLst>
        </pc:spChg>
        <pc:picChg chg="del">
          <ac:chgData name="Thiago Ney Evaristo Rodrigues" userId="fb50eefc1efb6381" providerId="Windows Live" clId="Web-{7ACC5FD9-364D-82F7-346C-F5AE636F9869}" dt="2025-08-18T19:10:01.256" v="834"/>
          <ac:picMkLst>
            <pc:docMk/>
            <pc:sldMk cId="4106440066" sldId="276"/>
            <ac:picMk id="5" creationId="{E919E1AF-53FA-9466-7BB4-674F4316F3B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94AB0-1E18-E3BD-0D89-0F2B39F1F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42A391-416C-6324-35B5-6680DE9EA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A9110A-2E3A-2EE6-4196-B306C409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8F500F-F0D3-F0C4-D6ED-BEB7925D8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EB2728-2DF4-9932-3609-DB5A50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783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A1491-7304-B195-119C-852A40D0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B4978C-7424-55D5-4170-7D9092D2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FA7A6F-3319-9311-1A7D-D3124FEBF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9EADC2-E026-05FB-A1B7-5F3B0BA38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57A79-A7C5-A36C-2D73-91A191249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51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8F288D-8F08-3A91-5E2E-26A09BC0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B1FD63-258A-EB89-8156-1BAB7CF45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20870C-2700-D520-B7AE-39670ED2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53727F-3B41-BFB2-FA7D-1D20E0AFA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019922-BDB4-9C01-6C77-9E9EAC52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035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C1907-7FCD-1DD6-158B-F1E96A32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BF71E4-E2CE-6630-05FE-94363C062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A991F6F-269A-BC1E-549A-207ED7253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EF0235-EA4B-F593-66C5-064AB7F6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0F3C44-3CB8-EBE7-A8FE-A45C0184E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F11CC82-7FB2-4FD8-F878-3F5C40E7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534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3803-BECE-BFCD-135A-4CCE4DD21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35A254-E72E-7877-0BDF-E8DD1D210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F19733-E11C-83A1-F7D9-6BF4E0636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227491-4479-905B-2671-49C40377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CD39BC-EF13-70EA-11B9-B18D32E21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1EC786E-2E3F-4E6F-BB12-387BA1AF9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E42C8E-9B2A-6477-8215-641CE88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2BBC0A8-05B6-64AC-C75D-976BF6899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0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3155B-171C-DBAD-81E9-F07B0E52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7C7983-C3AD-D599-60CF-F1BCF1317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ED5DE4-2727-4579-01C3-87B9316A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5FA2C8A-DF65-1055-C19C-66D6C9DB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030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8B0656-74E7-010F-7E3A-CF64CF453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D6D77FD-6988-EF4E-6054-95C0275F2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DEBF5A7-4380-DFF0-E001-189A88ECB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291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C2B067-213E-5CFF-91BC-F9EEBB28B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22033D-894F-0F33-2622-9D936096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E1C1A8-5CEE-5280-2B7A-2CFA11D93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6C5E73-49CD-F471-395C-176438EB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8FEE7B-AC09-3EB5-28DE-AFC04B3D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A0DBC14-5F4B-6D05-1B7B-46146FD8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8162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54A0E-6ADF-9680-9E1A-CD24E0E7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18FC513-BD16-CF2F-25FA-B554F5558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B20FF6-0157-0BEF-6667-8DF40C243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0A42C2-8E71-E725-FBD8-41A4C9ED6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B04A11-E343-76EB-A6DB-350D5CF0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C344E3-CADD-6A5A-527B-8D3D03C53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355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742E4E-45EE-F184-1B82-31A982049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788262-182E-8491-DABB-58BBC87D1C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0425B2-8DD7-296A-A18C-51004DEC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98CBD4-DB7F-8826-1D75-1E537DEC2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37D61-F1FC-4F85-2E47-16E9123A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693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8CFB4BC-5194-1920-F096-8E46CB748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7E596C-B254-C409-1A90-A24EEE5E5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F26E11-8A1C-36B2-9EBD-EF03E617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8829EF-FC31-48AB-56B7-97CD1488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CB0D27-0934-D7C2-6084-2A183C4DB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337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385827-962B-5524-AC3A-2D23CE54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5265B4-6718-1895-3ACE-2C70E502E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E4F67-6F87-2D6D-A7A5-6B9518B767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18234-2FBA-41B5-BFE7-D52526C53AEF}" type="datetimeFigureOut">
              <a:rPr lang="pt-BR" smtClean="0"/>
              <a:t>02/09/2025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ED8F68-1465-A3F4-54E0-C036ABEA6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6CA216-4665-66AB-98E3-465192E69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97B9B-FB2B-473E-A4EE-E3C8B8606B6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8851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12D2-D782-DEE3-0841-7B3EAF91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C3DA79A5-1B9B-1336-8CD9-3885DA32B84D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6497BB-23FE-6C07-1264-806B7250E8EF}"/>
              </a:ext>
            </a:extLst>
          </p:cNvPr>
          <p:cNvSpPr/>
          <p:nvPr/>
        </p:nvSpPr>
        <p:spPr>
          <a:xfrm>
            <a:off x="360000" y="3742839"/>
            <a:ext cx="10800000" cy="9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BC1C3D-C618-7C9D-E408-52E73CDCC1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244" y="362177"/>
            <a:ext cx="4409908" cy="2700000"/>
          </a:xfrm>
        </p:spPr>
        <p:txBody>
          <a:bodyPr lIns="90000" anchor="b">
            <a:normAutofit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LISTA DE EXERCÍCIOS</a:t>
            </a:r>
            <a:b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</a:br>
            <a:b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</a:br>
            <a:r>
              <a:rPr lang="pt-BR" sz="3200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APRENDIZAGEM PROFUNDO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602F417-C2BA-82D2-A79A-BEAE1A782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244" y="4406965"/>
            <a:ext cx="4409909" cy="1876909"/>
          </a:xfrm>
        </p:spPr>
        <p:txBody>
          <a:bodyPr>
            <a:noAutofit/>
          </a:bodyPr>
          <a:lstStyle/>
          <a:p>
            <a:pPr algn="r">
              <a:lnSpc>
                <a:spcPct val="100000"/>
              </a:lnSpc>
            </a:pPr>
            <a:r>
              <a:rPr lang="pt-BR" sz="1800" dirty="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Thiago Ney Evaristo Rodrigues</a:t>
            </a:r>
          </a:p>
          <a:p>
            <a:pPr algn="r">
              <a:lnSpc>
                <a:spcPct val="100000"/>
              </a:lnSpc>
            </a:pPr>
            <a:r>
              <a:rPr lang="pt-BR" sz="1800" dirty="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Villeneve de Oliveira Soares</a:t>
            </a:r>
          </a:p>
          <a:p>
            <a:pPr algn="r">
              <a:lnSpc>
                <a:spcPct val="100000"/>
              </a:lnSpc>
            </a:pPr>
            <a:endParaRPr lang="pt-BR" sz="1800" dirty="0">
              <a:solidFill>
                <a:schemeClr val="bg1"/>
              </a:solidFill>
              <a:latin typeface="Fjalla One" panose="02000506040000020004" pitchFamily="2" charset="0"/>
              <a:cs typeface="Catamaran" panose="020B0604020202020204" charset="0"/>
            </a:endParaRPr>
          </a:p>
          <a:p>
            <a:pPr algn="r">
              <a:lnSpc>
                <a:spcPct val="100000"/>
              </a:lnSpc>
            </a:pPr>
            <a:r>
              <a:rPr lang="pt-BR" sz="1800" dirty="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Dr. Tiago </a:t>
            </a:r>
            <a:r>
              <a:rPr lang="pt-BR" sz="1800" dirty="0" err="1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Maritan</a:t>
            </a:r>
            <a:r>
              <a:rPr lang="pt-BR" sz="1800" dirty="0">
                <a:solidFill>
                  <a:schemeClr val="bg1"/>
                </a:solidFill>
                <a:latin typeface="Fjalla One" panose="02000506040000020004" pitchFamily="2" charset="0"/>
                <a:cs typeface="Catamaran" panose="020B0604020202020204" charset="0"/>
              </a:rPr>
              <a:t> (Professor)</a:t>
            </a:r>
          </a:p>
          <a:p>
            <a:pPr algn="r">
              <a:lnSpc>
                <a:spcPct val="100000"/>
              </a:lnSpc>
            </a:pPr>
            <a:endParaRPr lang="pt-BR" sz="1800" dirty="0">
              <a:solidFill>
                <a:schemeClr val="bg1"/>
              </a:solidFill>
              <a:latin typeface="Fjalla One" panose="02000506040000020004" pitchFamily="2" charset="0"/>
              <a:cs typeface="Catamaran" panose="020B0604020202020204" charset="0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4C309D6-0969-3743-0B15-E0F3476062B3}"/>
              </a:ext>
            </a:extLst>
          </p:cNvPr>
          <p:cNvGrpSpPr/>
          <p:nvPr/>
        </p:nvGrpSpPr>
        <p:grpSpPr>
          <a:xfrm>
            <a:off x="4790397" y="0"/>
            <a:ext cx="7401603" cy="6858000"/>
            <a:chOff x="4790397" y="0"/>
            <a:chExt cx="7401603" cy="6858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1DEDD649-CFCC-0E20-0CB6-B174289799CF}"/>
                </a:ext>
              </a:extLst>
            </p:cNvPr>
            <p:cNvSpPr/>
            <p:nvPr/>
          </p:nvSpPr>
          <p:spPr>
            <a:xfrm>
              <a:off x="4790398" y="0"/>
              <a:ext cx="7401600" cy="6858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DAB72DB-0382-1085-9E35-BF64833025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biLevel thresh="2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0397" y="961799"/>
              <a:ext cx="7401603" cy="4934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FF53CE61-CC06-07B3-2FD9-B3FDD63B7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72400" y="5720400"/>
            <a:ext cx="639454" cy="957312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35B696B7-EAF9-43C8-FE97-AA60F7B69A41}"/>
              </a:ext>
            </a:extLst>
          </p:cNvPr>
          <p:cNvSpPr/>
          <p:nvPr/>
        </p:nvSpPr>
        <p:spPr>
          <a:xfrm>
            <a:off x="4790400" y="0"/>
            <a:ext cx="7401600" cy="6858000"/>
          </a:xfrm>
          <a:prstGeom prst="rect">
            <a:avLst/>
          </a:prstGeom>
          <a:solidFill>
            <a:srgbClr val="0F2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73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D6F1-C615-D10F-9B28-D48C32A7C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5F149A1-E7E5-E7C5-A01C-D5B984642D6A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35B97F7-282A-3DF3-5F61-1E9F6E21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Enunciado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56A1B557-66CD-BA72-6F3B-E6595B285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A7DB3D6-169D-A3E5-6CCE-2424F4693484}"/>
                  </a:ext>
                </a:extLst>
              </p:cNvPr>
              <p:cNvSpPr txBox="1"/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F2040"/>
                    </a:solidFill>
                  </a:rPr>
                  <a:t>Implemente uma rede MLP e utilize-a para aproximar as funções abaixo.  </a:t>
                </a:r>
                <a:br>
                  <a:rPr lang="pt-BR" dirty="0">
                    <a:solidFill>
                      <a:srgbClr val="0F2040"/>
                    </a:solidFill>
                  </a:rPr>
                </a:br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0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1≤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–0.5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0≤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Para cada função a ser aproximada, gere um conjunto de treinamento e um conjunto de testes. </a:t>
                </a: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Nesses conjuntos, cada amostra deve ser representada da seguinte forma: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X é a entrada e f(x) é a saída desejada (rótulo)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Treine uma MLP para que ela aprenda a aproximar a função a partir do conjunto de treinamento, e vá testando com o conjunto de validação.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Apresente os gráficos das funções reais vs. funções aproximadas e as curvas de erro de treinamento e validação.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DA7DB3D6-169D-A3E5-6CCE-2424F46934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blipFill>
                <a:blip r:embed="rId3"/>
                <a:stretch>
                  <a:fillRect l="-511" t="-825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8F999718-D456-56D5-59AB-2C7C69B2C8B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70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05D4F-D54B-BDB7-9B8E-75D9860E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731D43-DB83-AFE4-30E1-1F33B8794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75" y="3999670"/>
            <a:ext cx="8511250" cy="2829462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E1158F8B-3F6A-C9F0-32E7-37A32CF37E37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A5FC029-A3A4-C425-A804-DE0AA51A7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a) Pré-processamento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C5A8ACAC-9CC3-FECC-1703-D24ECD941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EAC4568-0C7D-5685-5425-358183A4E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847" y="1234795"/>
            <a:ext cx="4828306" cy="258121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9A50777-12B1-287C-3055-45B411DFC26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16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790DC-06AE-FBC0-120B-20F9FCDD0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911948D-25E0-ACA6-88E2-5F5885DA2308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F4D83AE-8F22-5695-53A5-7D8C4F2E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a) Criação do Modelo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61BAE45-4768-65C6-44C3-EFEE7FE30D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48E2596-AED1-96E9-71FA-15C3078E0D6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9DC4CEF-716D-4A10-1ABD-6514F4FAC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208" y="2927403"/>
            <a:ext cx="6879584" cy="20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02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3C4B-E496-A237-2577-878CE244A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D9F7AEB-D608-C496-2A77-7F8A353E49C0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CDDA8D9-CFD7-B662-DEE3-1034BE40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a) Treinamento e Predição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4DB98B9-C152-EE9C-BC12-5FB45F8D2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88153004-C8B7-BA36-0EC8-D5BEFDA3196B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401D31-7E78-1117-BED2-1201E0593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313" y="1213699"/>
            <a:ext cx="7167374" cy="141102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CD6E762-F3FC-FFB4-1C5B-7901AFA1D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9145" y="2851025"/>
            <a:ext cx="5513709" cy="38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349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8EA9-5E78-7FBE-38ED-B3FA7F8A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854A7AD-1E57-ACA6-8F39-6963AFC681F8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17E677B-9435-F878-D223-483BD7DB0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a) Avaliação do Modelo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515ED7E-51C0-B479-2D3F-79976F2CD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BBEC986-A9B3-2E89-C73F-B93217D22423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3750A1D-62A0-1272-3321-55C2B1954E35}"/>
              </a:ext>
            </a:extLst>
          </p:cNvPr>
          <p:cNvSpPr txBox="1"/>
          <p:nvPr/>
        </p:nvSpPr>
        <p:spPr>
          <a:xfrm>
            <a:off x="600252" y="3319559"/>
            <a:ext cx="2237772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R2 Score: 0.99957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MSE: 3.14189e-05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MAE: 0.00467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0AE42C4-63E2-28AE-D419-89B9C4BFA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244" y="1802063"/>
            <a:ext cx="5400675" cy="43338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AB2EE68-56C6-AE84-EAC0-E985BB960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043" y="2858519"/>
            <a:ext cx="4634696" cy="3514644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1F7C3623-87D8-B92D-C5B5-D4276DAAE425}"/>
              </a:ext>
            </a:extLst>
          </p:cNvPr>
          <p:cNvSpPr/>
          <p:nvPr/>
        </p:nvSpPr>
        <p:spPr>
          <a:xfrm>
            <a:off x="3275638" y="4815068"/>
            <a:ext cx="1122742" cy="1088020"/>
          </a:xfrm>
          <a:prstGeom prst="rect">
            <a:avLst/>
          </a:prstGeom>
          <a:noFill/>
          <a:ln w="38100">
            <a:solidFill>
              <a:srgbClr val="0F2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6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735E0-A27B-8FD2-63D7-D22CF411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87AD681-3FF2-47D5-2795-C71EB5DB4444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76A9219-64C8-B0D9-9DBF-7B51597D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b) Pré-processamento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1B2EE1B-3D23-BF8B-1E94-C058A1C7A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0FF93F5-243C-E242-E652-A53466A3957A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6B5225-47CE-6486-1831-63E6CB9B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10" y="1234795"/>
            <a:ext cx="5493180" cy="258121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0B132FF-36AE-6830-E453-84683A118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0375" y="3999670"/>
            <a:ext cx="8511250" cy="282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26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DB6E-811C-00C3-47EB-3F2206DB3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E1CB630-73A2-69B2-B46F-C0D6BF3FF1C2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40A04C2-78D3-111E-7095-1942F742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b) Modelo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1B393B5-2016-2173-7D00-0446E2DEF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9CA0CA99-CAD8-277D-BC54-B26507BBBA05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BA5B546-C7A1-803D-E02A-2F4598502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24" y="2927403"/>
            <a:ext cx="6879584" cy="208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240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E76B0-3AD3-F14E-6124-8A2CA3597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F5D1BDF-1ED4-94A8-1AD9-50EE6D11D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146" y="2851025"/>
            <a:ext cx="5513709" cy="387027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2B115F-104E-E6DF-0DEA-6423785B8414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82C4553-ADC9-A365-41DE-C0CC25A16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b) Treinamento e Predição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7456FC8-4FB5-75D9-A0D2-9AEC76FA1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C91A6EB8-1FE0-1D5B-49FA-52AB74E311C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847BB5F-CC11-5E79-DC10-60C8E925A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313" y="1213699"/>
            <a:ext cx="7167374" cy="14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50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CB6D6-230C-7DC4-EF50-04AB2161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2BDC4478-DE38-0D02-F757-646E7708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244" y="1773488"/>
            <a:ext cx="5610225" cy="43624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5772211-AE77-FD98-581E-7854C7930091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DFE211BE-879F-8C16-2671-06882AE6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Item b) Avaliação do Modelo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F031B14-CCCE-1BE5-E2CD-2CE4EF632F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F076F86C-2815-74F8-8ADA-A9C01E6AC6F8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196FCA-D600-0233-C1F1-B35B8948F5D3}"/>
              </a:ext>
            </a:extLst>
          </p:cNvPr>
          <p:cNvSpPr txBox="1"/>
          <p:nvPr/>
        </p:nvSpPr>
        <p:spPr>
          <a:xfrm>
            <a:off x="600252" y="3319559"/>
            <a:ext cx="2237772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R2 Score: 0.99894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MSE: 9.61435e-05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0F2040"/>
                </a:solidFill>
              </a:rPr>
              <a:t>MAE: 0.00653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0AF1DA9-ABC9-C66F-1935-B66E1B6FB026}"/>
              </a:ext>
            </a:extLst>
          </p:cNvPr>
          <p:cNvSpPr/>
          <p:nvPr/>
        </p:nvSpPr>
        <p:spPr>
          <a:xfrm>
            <a:off x="8081154" y="2106592"/>
            <a:ext cx="541985" cy="675899"/>
          </a:xfrm>
          <a:prstGeom prst="rect">
            <a:avLst/>
          </a:prstGeom>
          <a:noFill/>
          <a:ln w="38100">
            <a:solidFill>
              <a:srgbClr val="0F2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18BB394-3680-6CDF-4130-CAE71ACD2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312" y="3612205"/>
            <a:ext cx="4002126" cy="305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079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EED9-1DE3-7403-7F1F-08F6C340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F14B05F-835E-7362-2E5C-AAA9068C5FF2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C94EA28A-CAA6-F18E-FC82-9023242A0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Enunciado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27E255B-750D-384F-F4AD-2CD943F30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CBD4F87-043E-F6BA-AB3D-014C10773043}"/>
              </a:ext>
            </a:extLst>
          </p:cNvPr>
          <p:cNvSpPr txBox="1"/>
          <p:nvPr/>
        </p:nvSpPr>
        <p:spPr>
          <a:xfrm>
            <a:off x="725347" y="1568343"/>
            <a:ext cx="1074130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0F2040"/>
                </a:solidFill>
              </a:rPr>
              <a:t>O conjunto de dados </a:t>
            </a:r>
            <a:r>
              <a:rPr lang="pt-BR" b="1" dirty="0" err="1">
                <a:solidFill>
                  <a:srgbClr val="0F2040"/>
                </a:solidFill>
              </a:rPr>
              <a:t>Wine</a:t>
            </a:r>
            <a:r>
              <a:rPr lang="pt-BR" b="1" dirty="0">
                <a:solidFill>
                  <a:srgbClr val="0F2040"/>
                </a:solidFill>
              </a:rPr>
              <a:t>  </a:t>
            </a:r>
            <a:r>
              <a:rPr lang="pt-BR" b="1" dirty="0" err="1">
                <a:solidFill>
                  <a:srgbClr val="0F2040"/>
                </a:solidFill>
              </a:rPr>
              <a:t>Quality</a:t>
            </a:r>
            <a:r>
              <a:rPr lang="pt-BR" b="1" dirty="0">
                <a:solidFill>
                  <a:srgbClr val="0F2040"/>
                </a:solidFill>
              </a:rPr>
              <a:t>  </a:t>
            </a:r>
            <a:r>
              <a:rPr lang="pt-BR" b="1" dirty="0" err="1">
                <a:solidFill>
                  <a:srgbClr val="0F2040"/>
                </a:solidFill>
              </a:rPr>
              <a:t>Dataset</a:t>
            </a:r>
            <a:r>
              <a:rPr lang="pt-BR" b="1" dirty="0">
                <a:solidFill>
                  <a:srgbClr val="0F2040"/>
                </a:solidFill>
              </a:rPr>
              <a:t> </a:t>
            </a:r>
            <a:r>
              <a:rPr lang="pt-BR" dirty="0">
                <a:solidFill>
                  <a:srgbClr val="0F2040"/>
                </a:solidFill>
              </a:rPr>
              <a:t>contém medições físico-químicas de vinhos (como acidez, teor alcoólico e pH) e uma nota de qualidade atribuída por especialistas. Esse problema é amplamente utilizado para estudo de classificação supervisionada, pois envolve a relação entre variáveis químicas e uma avaliação subjetiva de qualidade.</a:t>
            </a:r>
          </a:p>
          <a:p>
            <a:endParaRPr lang="pt-BR" dirty="0">
              <a:solidFill>
                <a:srgbClr val="0F204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Aplique as técnicas de pré-processamento de dados vistas em salas de aula.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Em seguida, divida os dados em conjuntos  de  treinamento  e  de  teste,  e  implemente  e  treine  uma  </a:t>
            </a:r>
            <a:r>
              <a:rPr lang="pt-BR" b="1" dirty="0">
                <a:solidFill>
                  <a:srgbClr val="0F2040"/>
                </a:solidFill>
              </a:rPr>
              <a:t>MLP para classificar a qualidade de vinhos</a:t>
            </a:r>
            <a:r>
              <a:rPr lang="pt-BR" dirty="0">
                <a:solidFill>
                  <a:srgbClr val="0F2040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Apresente  também  as  curvas  de  erro  de  treinamento  e  validação,  e  calcule  a  matriz  de confusão. </a:t>
            </a:r>
          </a:p>
          <a:p>
            <a:r>
              <a:rPr lang="pt-BR" dirty="0">
                <a:solidFill>
                  <a:srgbClr val="0F2040"/>
                </a:solidFill>
              </a:rPr>
              <a:t> </a:t>
            </a:r>
          </a:p>
          <a:p>
            <a:r>
              <a:rPr lang="pt-BR" dirty="0">
                <a:solidFill>
                  <a:srgbClr val="0F2040"/>
                </a:solidFill>
              </a:rPr>
              <a:t>Algumas recomendações: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Verifique a existência de valores ausentes ou inconsistentes e trate-os adequadamente.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Analise  a distribuição da variável-alvo e verifique se há desbalanceamento entre as classes.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Calcule correlações entre atributos e o rótulo de qualidade, removendo ou mantendo atributos com base nessa análise.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Aplique normalização ou padronização das variáveis numéricas, justificando a escolha.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F2040"/>
                </a:solidFill>
              </a:rPr>
              <a:t>Registre e compare estatísticas antes e depois do pré-processamento. 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AF1CBD1-4B8B-6C61-10E1-B93E63051B9E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03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0189-A307-FC47-7267-A26634299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377D00A-27B0-227D-AF3F-87650DDAF583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EB7243C-CEE9-6A3D-6F4A-65DD66A85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Leitura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05FE005-E9CE-84C1-DB95-63C013E17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0229E804-E061-9C6C-6ACE-04E2B7BEEDEA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CD62FE88-0453-F567-19A5-9FEBBB838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974" y="2124613"/>
            <a:ext cx="6980052" cy="368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4829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5A6DA-EFC4-40AE-2E76-E9A70AAD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698B5F1-3807-D382-DE4B-C1D1E8BCF004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CAA90D8-8417-051F-AB93-1B544949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Análise Exploratória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A7F9A722-9895-41F7-4EC4-1FF6AB5A2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4BD76752-2B0F-F462-6270-9A0D0861F87C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1503232-99A2-192A-C71F-0504CA06484F}"/>
              </a:ext>
            </a:extLst>
          </p:cNvPr>
          <p:cNvGrpSpPr/>
          <p:nvPr/>
        </p:nvGrpSpPr>
        <p:grpSpPr>
          <a:xfrm>
            <a:off x="1429322" y="1811588"/>
            <a:ext cx="9333356" cy="4314825"/>
            <a:chOff x="1383410" y="1259999"/>
            <a:chExt cx="9333356" cy="4314825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240B3CD-CC62-C271-B0F1-88CBFE252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3410" y="1997556"/>
              <a:ext cx="3951597" cy="2839710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D39F8274-D42F-527B-029C-687E5DC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11391" y="1259999"/>
              <a:ext cx="4905375" cy="43148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9059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379E-0BA5-52EA-C486-E4F0806E5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0857D31-91B0-363D-D5DF-110935C0C829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A27F7B0E-13C3-B52D-E6D6-E9184D8E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Análise Exploratória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931D508-C87B-CEBA-7306-66B050720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B41A907-E818-82DA-9AE9-621D7C690732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A8D57B1-54E6-D516-A647-B998367E9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013" y="1281921"/>
            <a:ext cx="7141974" cy="537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096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BD63A-3425-5B78-9797-F172469A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5325441-3355-B212-B4E1-5FC3FCBBFE68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9E0A5721-0EDA-312F-B835-D0F85530C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Análise Exploratória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C74EEE2-D25A-152C-009C-BF0F3728F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20DAEC06-257E-38A1-8C08-AE2EDABA0002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D4D85F30-D693-409C-4C9C-7811BBA305A8}"/>
              </a:ext>
            </a:extLst>
          </p:cNvPr>
          <p:cNvGrpSpPr/>
          <p:nvPr/>
        </p:nvGrpSpPr>
        <p:grpSpPr>
          <a:xfrm>
            <a:off x="433872" y="1809000"/>
            <a:ext cx="11324256" cy="4320000"/>
            <a:chOff x="433872" y="1380215"/>
            <a:chExt cx="11324256" cy="4320000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FF80BF36-F048-DA9F-7C45-2DAC2C278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872" y="1380215"/>
              <a:ext cx="5484204" cy="432000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1D4EAA7-E614-3133-4BFA-1EF9B1784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3382" y="1380215"/>
              <a:ext cx="5564746" cy="43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41672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8A052-25DA-6324-2B00-8B31F583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3665163-5FEF-4659-5DBB-41B31F9A656A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71CAA0B-C43B-C162-DBF9-4301FFADB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Processamento dos Dados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87097062-678B-89BE-DDF9-656AFA022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38D1B20-D519-81B6-5C25-9BBE1FA1359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97807EA-B34E-3CC5-35D7-D8E5D5046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416" y="1892260"/>
            <a:ext cx="6935168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0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5AFD3-C0BF-5523-D906-E3B92CCA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50715D0-6AF1-309A-C05F-E456953A669B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8BC2564-8E8B-8A1C-45CE-FD15CEF33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2. Criação do Modelo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3D65430-17DC-B67A-C0C9-7DBCCE711B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1C6303FC-9000-937D-A94A-A67CF7F1DA2B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30D65DA-6E83-3C1E-7497-7008B7EE1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410" y="1813970"/>
            <a:ext cx="7519181" cy="4310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108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CCE17-869D-1CE1-B954-71B82546A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5FD9B3-A2EC-A600-0C63-88FA51210356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155D7D71-BEEB-682F-3A13-6C322B78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Enunciado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CCC1D2E-23D8-9A1D-0236-DE3DEFBDB7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133C41D-C07F-911D-D386-7CB6170A7525}"/>
                  </a:ext>
                </a:extLst>
              </p:cNvPr>
              <p:cNvSpPr txBox="1"/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F2040"/>
                    </a:solidFill>
                  </a:rPr>
                  <a:t>Implemente uma rede MLP e utilize-a para aproximar as funções abaixo.  </a:t>
                </a:r>
                <a:br>
                  <a:rPr lang="pt-BR" dirty="0">
                    <a:solidFill>
                      <a:srgbClr val="0F2040"/>
                    </a:solidFill>
                  </a:rPr>
                </a:br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0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1≤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–0.5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0≤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Para cada função a ser aproximada, gere um conjunto de treinamento e um conjunto de testes. </a:t>
                </a: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Nesses conjuntos, cada amostra deve ser representada da seguinte forma: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X é a entrada e f(x) é a saída desejada (rótulo)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Treine uma MLP para que ela aprenda a aproximar a função a partir do conjunto de treinamento, e vá testando com o conjunto de validação.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Apresente os gráficos das funções reais vs. funções aproximadas e as curvas de erro de treinamento e validação.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133C41D-C07F-911D-D386-7CB6170A7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blipFill>
                <a:blip r:embed="rId3"/>
                <a:stretch>
                  <a:fillRect l="-511" t="-825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0D5B4FA6-9691-E273-1756-BF1166166919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31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E555A-7886-DF10-B3CE-279DE3B5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B5D5BCE-6BE7-A5F9-D9F1-F5A5E88E07A8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B92484F-7504-0174-1850-DC96B1481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Enunciado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0F3D20C-7A42-D776-E204-9C77A583E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6CE24FE-3CE6-AEB5-82BE-AB5E17B181F5}"/>
                  </a:ext>
                </a:extLst>
              </p:cNvPr>
              <p:cNvSpPr txBox="1"/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F2040"/>
                    </a:solidFill>
                  </a:rPr>
                  <a:t>Implemente uma rede MLP e utilize-a para aproximar as funções abaixo.  </a:t>
                </a:r>
                <a:br>
                  <a:rPr lang="pt-BR" dirty="0">
                    <a:solidFill>
                      <a:srgbClr val="0F2040"/>
                    </a:solidFill>
                  </a:rPr>
                </a:br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0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1≤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–0.5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0≤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Para cada função a ser aproximada, gere um conjunto de treinamento e um conjunto de testes. </a:t>
                </a: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Nesses conjuntos, cada amostra deve ser representada da seguinte forma: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X é a entrada e f(x) é a saída desejada (rótulo)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Treine uma MLP para que ela aprenda a aproximar a função a partir do conjunto de treinamento, e vá testando com o conjunto de validação.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Apresente os gráficos das funções reais vs. funções aproximadas e as curvas de erro de treinamento e validação.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6CE24FE-3CE6-AEB5-82BE-AB5E17B18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blipFill>
                <a:blip r:embed="rId3"/>
                <a:stretch>
                  <a:fillRect l="-511" t="-825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7F53BD44-1EFF-3D2A-0EF7-4D35085BC396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43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595E-AF31-93EE-644A-7268E3838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9BE47D1-5E7F-9FF6-E933-5FC0654387B5}"/>
              </a:ext>
            </a:extLst>
          </p:cNvPr>
          <p:cNvSpPr/>
          <p:nvPr/>
        </p:nvSpPr>
        <p:spPr>
          <a:xfrm>
            <a:off x="-210854" y="-180000"/>
            <a:ext cx="12613709" cy="126000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24C1838-4DE7-FEA4-D09B-356B0858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999"/>
            <a:ext cx="9961200" cy="900001"/>
          </a:xfrm>
        </p:spPr>
        <p:txBody>
          <a:bodyPr lIns="720000" bIns="0" anchor="ctr">
            <a:normAutofit/>
          </a:bodyPr>
          <a:lstStyle/>
          <a:p>
            <a:r>
              <a:rPr lang="pt-BR" sz="3200" b="1" dirty="0">
                <a:solidFill>
                  <a:schemeClr val="bg1"/>
                </a:solidFill>
                <a:latin typeface="Fjalla One" panose="02000506040000020004" pitchFamily="2" charset="0"/>
                <a:cs typeface="Arial" panose="020B0604020202020204" pitchFamily="34" charset="0"/>
              </a:rPr>
              <a:t>Questão 1. Enunciado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547B4D7-5E8D-B7E0-7467-CADFF3769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86122" y="45000"/>
            <a:ext cx="661289" cy="99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A39D1CC-8154-225D-A621-433332C60EDB}"/>
                  </a:ext>
                </a:extLst>
              </p:cNvPr>
              <p:cNvSpPr txBox="1"/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>
                    <a:solidFill>
                      <a:srgbClr val="0F2040"/>
                    </a:solidFill>
                  </a:rPr>
                  <a:t>Implemente uma rede MLP e utilize-a para aproximar as funções abaixo.  </a:t>
                </a:r>
                <a:br>
                  <a:rPr lang="pt-BR" dirty="0">
                    <a:solidFill>
                      <a:srgbClr val="0F2040"/>
                    </a:solidFill>
                  </a:rPr>
                </a:br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0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1≤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pPr marL="342900" indent="-342900">
                  <a:buFont typeface="+mj-lt"/>
                  <a:buAutoNum type="alphaLcPeriod"/>
                </a:pPr>
                <a14:m>
                  <m:oMath xmlns:m="http://schemas.openxmlformats.org/officeDocument/2006/math">
                    <m:r>
                      <a:rPr lang="pt-BR" i="1" dirty="0" smtClean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=10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–0.5</m:t>
                    </m:r>
                    <m:sSup>
                      <m:sSupPr>
                        <m:ctrlP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i="1" dirty="0">
                            <a:solidFill>
                              <a:srgbClr val="0F204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+2,  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𝑜𝑛𝑑𝑒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 0≤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i="1" dirty="0">
                        <a:solidFill>
                          <a:srgbClr val="0F2040"/>
                        </a:solidFill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endParaRPr lang="pt-BR" dirty="0">
                  <a:solidFill>
                    <a:srgbClr val="0F2040"/>
                  </a:solidFill>
                </a:endParaRP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Para cada função a ser aproximada, gere um conjunto de treinamento e um conjunto de testes. </a:t>
                </a:r>
              </a:p>
              <a:p>
                <a:endParaRPr lang="pt-BR" dirty="0">
                  <a:solidFill>
                    <a:srgbClr val="0F2040"/>
                  </a:solidFill>
                </a:endParaRPr>
              </a:p>
              <a:p>
                <a:r>
                  <a:rPr lang="pt-BR" dirty="0">
                    <a:solidFill>
                      <a:srgbClr val="0F2040"/>
                    </a:solidFill>
                  </a:rPr>
                  <a:t>Nesses conjuntos, cada amostra deve ser representada da seguinte forma: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X é a entrada e f(x) é a saída desejada (rótulo)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Treine uma MLP para que ela aprenda a aproximar a função a partir do conjunto de treinamento, e vá testando com o conjunto de validação.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rgbClr val="0F2040"/>
                    </a:solidFill>
                  </a:rPr>
                  <a:t>Apresente os gráficos das funções reais vs. funções aproximadas e as curvas de erro de treinamento e validação.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3A39D1CC-8154-225D-A621-433332C60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47" y="2120802"/>
                <a:ext cx="10741306" cy="3696397"/>
              </a:xfrm>
              <a:prstGeom prst="rect">
                <a:avLst/>
              </a:prstGeom>
              <a:blipFill>
                <a:blip r:embed="rId3"/>
                <a:stretch>
                  <a:fillRect l="-511" t="-825" b="-1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CDBFCFE0-1A6F-4158-F0EA-4DECA1311D6F}"/>
              </a:ext>
            </a:extLst>
          </p:cNvPr>
          <p:cNvSpPr/>
          <p:nvPr/>
        </p:nvSpPr>
        <p:spPr>
          <a:xfrm>
            <a:off x="-1451900" y="1080000"/>
            <a:ext cx="1342663" cy="5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241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943</Words>
  <Application>Microsoft Office PowerPoint</Application>
  <PresentationFormat>Widescreen</PresentationFormat>
  <Paragraphs>82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Fjalla One</vt:lpstr>
      <vt:lpstr>Tema do Office</vt:lpstr>
      <vt:lpstr>LISTA DE EXERCÍCIOS  APRENDIZAGEM PROFUNDO</vt:lpstr>
      <vt:lpstr>Questão 1. Enunciado</vt:lpstr>
      <vt:lpstr>Questão 1. Item a) Pré-processamento dos Dados</vt:lpstr>
      <vt:lpstr>Questão 1. Item a) Criação do Modelo</vt:lpstr>
      <vt:lpstr>Questão 1. Item a) Treinamento e Predição</vt:lpstr>
      <vt:lpstr>Questão 1. Item a) Avaliação do Modelo</vt:lpstr>
      <vt:lpstr>Questão 1. Item b) Pré-processamento dos Dados</vt:lpstr>
      <vt:lpstr>Questão 1. Item b) Modelo</vt:lpstr>
      <vt:lpstr>Questão 1. Item b) Treinamento e Predição</vt:lpstr>
      <vt:lpstr>Questão 1. Item b) Avaliação do Modelo</vt:lpstr>
      <vt:lpstr>Questão 2. Enunciado</vt:lpstr>
      <vt:lpstr>Questão 2. Leitura dos Dados</vt:lpstr>
      <vt:lpstr>Questão 2. Análise Exploratória dos Dados</vt:lpstr>
      <vt:lpstr>Questão 2. Análise Exploratória dos Dados</vt:lpstr>
      <vt:lpstr>Questão 2. Análise Exploratória dos Dados</vt:lpstr>
      <vt:lpstr>Questão 2. Processamento dos Dados</vt:lpstr>
      <vt:lpstr>Questão 2. Criação do Modelo</vt:lpstr>
      <vt:lpstr>Questão 1. Enunciado</vt:lpstr>
      <vt:lpstr>Questão 1. Enunciado</vt:lpstr>
      <vt:lpstr>Questão 1. Enunciado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Ney Evaristo Rodrigues</dc:creator>
  <cp:lastModifiedBy>Thiago Ney Evaristo Rodrigues</cp:lastModifiedBy>
  <cp:revision>28</cp:revision>
  <dcterms:created xsi:type="dcterms:W3CDTF">2025-08-18T13:18:14Z</dcterms:created>
  <dcterms:modified xsi:type="dcterms:W3CDTF">2025-09-03T02:07:14Z</dcterms:modified>
</cp:coreProperties>
</file>