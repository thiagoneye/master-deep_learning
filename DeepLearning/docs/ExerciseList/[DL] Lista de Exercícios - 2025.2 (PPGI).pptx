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74" r:id="rId3"/>
    <p:sldId id="275" r:id="rId4"/>
    <p:sldId id="276" r:id="rId5"/>
    <p:sldId id="278" r:id="rId6"/>
    <p:sldId id="279" r:id="rId7"/>
    <p:sldId id="280" r:id="rId8"/>
    <p:sldId id="282" r:id="rId9"/>
    <p:sldId id="284" r:id="rId10"/>
    <p:sldId id="289" r:id="rId11"/>
    <p:sldId id="292" r:id="rId12"/>
    <p:sldId id="293" r:id="rId13"/>
    <p:sldId id="295" r:id="rId14"/>
    <p:sldId id="285" r:id="rId15"/>
    <p:sldId id="306" r:id="rId16"/>
    <p:sldId id="307" r:id="rId17"/>
    <p:sldId id="312" r:id="rId18"/>
    <p:sldId id="308" r:id="rId19"/>
    <p:sldId id="313" r:id="rId20"/>
    <p:sldId id="296" r:id="rId21"/>
    <p:sldId id="286" r:id="rId22"/>
    <p:sldId id="297" r:id="rId23"/>
    <p:sldId id="300" r:id="rId24"/>
    <p:sldId id="301" r:id="rId25"/>
    <p:sldId id="302" r:id="rId26"/>
    <p:sldId id="305" r:id="rId27"/>
    <p:sldId id="287" r:id="rId28"/>
    <p:sldId id="309" r:id="rId29"/>
    <p:sldId id="310" r:id="rId30"/>
    <p:sldId id="311" r:id="rId3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a" id="{CCAC6859-A215-4C78-AF2C-B652A9676A7B}">
          <p14:sldIdLst>
            <p14:sldId id="272"/>
          </p14:sldIdLst>
        </p14:section>
        <p14:section name="Questão 1" id="{C6E91183-E91B-41BA-B811-9E1CEB968BBD}">
          <p14:sldIdLst>
            <p14:sldId id="274"/>
            <p14:sldId id="275"/>
            <p14:sldId id="276"/>
            <p14:sldId id="278"/>
            <p14:sldId id="279"/>
            <p14:sldId id="280"/>
            <p14:sldId id="282"/>
          </p14:sldIdLst>
        </p14:section>
        <p14:section name="Questão 2" id="{35168E9C-CD48-4AB5-9D9F-8D5E6D73D056}">
          <p14:sldIdLst>
            <p14:sldId id="284"/>
            <p14:sldId id="289"/>
            <p14:sldId id="292"/>
            <p14:sldId id="293"/>
            <p14:sldId id="295"/>
          </p14:sldIdLst>
        </p14:section>
        <p14:section name="Questão 3" id="{C565AC43-1F86-4378-ADEA-C6162E9857D7}">
          <p14:sldIdLst>
            <p14:sldId id="285"/>
            <p14:sldId id="306"/>
            <p14:sldId id="307"/>
            <p14:sldId id="312"/>
            <p14:sldId id="308"/>
            <p14:sldId id="313"/>
          </p14:sldIdLst>
        </p14:section>
        <p14:section name="Questão 4" id="{379DA844-D19D-41CE-9A2E-D6ED72368DFA}">
          <p14:sldIdLst>
            <p14:sldId id="296"/>
            <p14:sldId id="286"/>
            <p14:sldId id="297"/>
            <p14:sldId id="300"/>
            <p14:sldId id="301"/>
            <p14:sldId id="302"/>
            <p14:sldId id="305"/>
          </p14:sldIdLst>
        </p14:section>
        <p14:section name="Questão 5" id="{4B0FBE80-D19A-497A-8D8C-D3809A5DD5F3}">
          <p14:sldIdLst>
            <p14:sldId id="287"/>
            <p14:sldId id="309"/>
            <p14:sldId id="310"/>
            <p14:sldId id="31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2040"/>
    <a:srgbClr val="000000"/>
    <a:srgbClr val="080808"/>
    <a:srgbClr val="FFFFFF"/>
    <a:srgbClr val="172B4D"/>
    <a:srgbClr val="00203F"/>
    <a:srgbClr val="123456"/>
    <a:srgbClr val="0A192F"/>
    <a:srgbClr val="191970"/>
    <a:srgbClr val="0000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233262-EDF2-8B2D-E416-E690305389A4}" v="284" dt="2025-09-04T15:36:53.018"/>
    <p1510:client id="{F10AA5E3-AD27-4460-92A2-BD5918E5B397}" v="146" dt="2025-09-04T15:57:25.8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suário Convidado" providerId="Windows Live" clId="Web-{57233262-EDF2-8B2D-E416-E690305389A4}"/>
    <pc:docChg chg="addSld delSld modSld sldOrd modSection">
      <pc:chgData name="Usuário Convidado" userId="" providerId="Windows Live" clId="Web-{57233262-EDF2-8B2D-E416-E690305389A4}" dt="2025-09-04T15:36:53.018" v="180" actId="1076"/>
      <pc:docMkLst>
        <pc:docMk/>
      </pc:docMkLst>
      <pc:sldChg chg="addSp modSp">
        <pc:chgData name="Usuário Convidado" userId="" providerId="Windows Live" clId="Web-{57233262-EDF2-8B2D-E416-E690305389A4}" dt="2025-09-04T15:04:43.242" v="84" actId="20577"/>
        <pc:sldMkLst>
          <pc:docMk/>
          <pc:sldMk cId="1455303379" sldId="306"/>
        </pc:sldMkLst>
        <pc:spChg chg="add mod">
          <ac:chgData name="Usuário Convidado" userId="" providerId="Windows Live" clId="Web-{57233262-EDF2-8B2D-E416-E690305389A4}" dt="2025-09-04T15:04:43.242" v="84" actId="20577"/>
          <ac:spMkLst>
            <pc:docMk/>
            <pc:sldMk cId="1455303379" sldId="306"/>
            <ac:spMk id="6" creationId="{38A5B6F3-9F41-A03B-5DEC-FF8D2D1C7007}"/>
          </ac:spMkLst>
        </pc:spChg>
        <pc:picChg chg="mod">
          <ac:chgData name="Usuário Convidado" userId="" providerId="Windows Live" clId="Web-{57233262-EDF2-8B2D-E416-E690305389A4}" dt="2025-09-04T14:49:24.751" v="27" actId="1076"/>
          <ac:picMkLst>
            <pc:docMk/>
            <pc:sldMk cId="1455303379" sldId="306"/>
            <ac:picMk id="5" creationId="{ED1CF77A-54A8-52DC-6E71-00151507EE69}"/>
          </ac:picMkLst>
        </pc:picChg>
      </pc:sldChg>
      <pc:sldChg chg="delSp">
        <pc:chgData name="Usuário Convidado" userId="" providerId="Windows Live" clId="Web-{57233262-EDF2-8B2D-E416-E690305389A4}" dt="2025-09-04T14:49:17.579" v="26"/>
        <pc:sldMkLst>
          <pc:docMk/>
          <pc:sldMk cId="4128823105" sldId="307"/>
        </pc:sldMkLst>
        <pc:picChg chg="del">
          <ac:chgData name="Usuário Convidado" userId="" providerId="Windows Live" clId="Web-{57233262-EDF2-8B2D-E416-E690305389A4}" dt="2025-09-04T14:49:17.579" v="26"/>
          <ac:picMkLst>
            <pc:docMk/>
            <pc:sldMk cId="4128823105" sldId="307"/>
            <ac:picMk id="11" creationId="{D9E487DF-3CF7-4366-D2AA-A0FB4F371200}"/>
          </ac:picMkLst>
        </pc:picChg>
        <pc:picChg chg="del">
          <ac:chgData name="Usuário Convidado" userId="" providerId="Windows Live" clId="Web-{57233262-EDF2-8B2D-E416-E690305389A4}" dt="2025-09-04T14:49:17.579" v="25"/>
          <ac:picMkLst>
            <pc:docMk/>
            <pc:sldMk cId="4128823105" sldId="307"/>
            <ac:picMk id="13" creationId="{DF2CA6EE-0793-D03F-5EEB-95840F864BD7}"/>
          </ac:picMkLst>
        </pc:picChg>
      </pc:sldChg>
      <pc:sldChg chg="addSp delSp modSp">
        <pc:chgData name="Usuário Convidado" userId="" providerId="Windows Live" clId="Web-{57233262-EDF2-8B2D-E416-E690305389A4}" dt="2025-09-04T15:34:40.079" v="163" actId="1076"/>
        <pc:sldMkLst>
          <pc:docMk/>
          <pc:sldMk cId="1299049715" sldId="308"/>
        </pc:sldMkLst>
        <pc:spChg chg="add del mod">
          <ac:chgData name="Usuário Convidado" userId="" providerId="Windows Live" clId="Web-{57233262-EDF2-8B2D-E416-E690305389A4}" dt="2025-09-04T15:33:57.693" v="155"/>
          <ac:spMkLst>
            <pc:docMk/>
            <pc:sldMk cId="1299049715" sldId="308"/>
            <ac:spMk id="13" creationId="{D40A1869-86B5-13DE-F1FF-333E0A03CBC3}"/>
          </ac:spMkLst>
        </pc:spChg>
        <pc:spChg chg="add mod">
          <ac:chgData name="Usuário Convidado" userId="" providerId="Windows Live" clId="Web-{57233262-EDF2-8B2D-E416-E690305389A4}" dt="2025-09-04T15:34:40.079" v="163" actId="1076"/>
          <ac:spMkLst>
            <pc:docMk/>
            <pc:sldMk cId="1299049715" sldId="308"/>
            <ac:spMk id="15" creationId="{A22406C2-D461-168D-2F75-20825A811C95}"/>
          </ac:spMkLst>
        </pc:spChg>
        <pc:picChg chg="add del mod">
          <ac:chgData name="Usuário Convidado" userId="" providerId="Windows Live" clId="Web-{57233262-EDF2-8B2D-E416-E690305389A4}" dt="2025-09-04T15:24:58.334" v="105"/>
          <ac:picMkLst>
            <pc:docMk/>
            <pc:sldMk cId="1299049715" sldId="308"/>
            <ac:picMk id="5" creationId="{0098F4B4-D802-9314-8047-0A93FB5D7275}"/>
          </ac:picMkLst>
        </pc:picChg>
        <pc:picChg chg="del mod">
          <ac:chgData name="Usuário Convidado" userId="" providerId="Windows Live" clId="Web-{57233262-EDF2-8B2D-E416-E690305389A4}" dt="2025-09-04T15:27:51.567" v="117"/>
          <ac:picMkLst>
            <pc:docMk/>
            <pc:sldMk cId="1299049715" sldId="308"/>
            <ac:picMk id="6" creationId="{1BBC747F-40A5-C207-0F9C-75EFC933FB38}"/>
          </ac:picMkLst>
        </pc:picChg>
        <pc:picChg chg="add del mod">
          <ac:chgData name="Usuário Convidado" userId="" providerId="Windows Live" clId="Web-{57233262-EDF2-8B2D-E416-E690305389A4}" dt="2025-09-04T15:25:05.553" v="110"/>
          <ac:picMkLst>
            <pc:docMk/>
            <pc:sldMk cId="1299049715" sldId="308"/>
            <ac:picMk id="9" creationId="{DEA716D3-1BFF-90C2-09C8-C1C88308ADA3}"/>
          </ac:picMkLst>
        </pc:picChg>
        <pc:picChg chg="add mod">
          <ac:chgData name="Usuário Convidado" userId="" providerId="Windows Live" clId="Web-{57233262-EDF2-8B2D-E416-E690305389A4}" dt="2025-09-04T15:34:31.391" v="161" actId="1076"/>
          <ac:picMkLst>
            <pc:docMk/>
            <pc:sldMk cId="1299049715" sldId="308"/>
            <ac:picMk id="10" creationId="{46884FDC-A2D8-32E6-583B-1344038D08EE}"/>
          </ac:picMkLst>
        </pc:picChg>
        <pc:picChg chg="add mod">
          <ac:chgData name="Usuário Convidado" userId="" providerId="Windows Live" clId="Web-{57233262-EDF2-8B2D-E416-E690305389A4}" dt="2025-09-04T15:34:31.437" v="162" actId="1076"/>
          <ac:picMkLst>
            <pc:docMk/>
            <pc:sldMk cId="1299049715" sldId="308"/>
            <ac:picMk id="11" creationId="{41BA781A-4432-2AD2-929C-A81FA7B72528}"/>
          </ac:picMkLst>
        </pc:picChg>
        <pc:picChg chg="add mod">
          <ac:chgData name="Usuário Convidado" userId="" providerId="Windows Live" clId="Web-{57233262-EDF2-8B2D-E416-E690305389A4}" dt="2025-09-04T15:33:29.132" v="151" actId="1076"/>
          <ac:picMkLst>
            <pc:docMk/>
            <pc:sldMk cId="1299049715" sldId="308"/>
            <ac:picMk id="12" creationId="{A029150B-BC82-5B3B-AD81-2F9B076E1E41}"/>
          </ac:picMkLst>
        </pc:picChg>
      </pc:sldChg>
      <pc:sldChg chg="addSp modSp">
        <pc:chgData name="Usuário Convidado" userId="" providerId="Windows Live" clId="Web-{57233262-EDF2-8B2D-E416-E690305389A4}" dt="2025-09-04T15:23:46.693" v="104" actId="20577"/>
        <pc:sldMkLst>
          <pc:docMk/>
          <pc:sldMk cId="720000608" sldId="309"/>
        </pc:sldMkLst>
        <pc:spChg chg="add mod">
          <ac:chgData name="Usuário Convidado" userId="" providerId="Windows Live" clId="Web-{57233262-EDF2-8B2D-E416-E690305389A4}" dt="2025-09-04T15:23:46.693" v="104" actId="20577"/>
          <ac:spMkLst>
            <pc:docMk/>
            <pc:sldMk cId="720000608" sldId="309"/>
            <ac:spMk id="6" creationId="{D40A1869-86B5-13DE-F1FF-333E0A03CBC3}"/>
          </ac:spMkLst>
        </pc:spChg>
        <pc:picChg chg="mod">
          <ac:chgData name="Usuário Convidado" userId="" providerId="Windows Live" clId="Web-{57233262-EDF2-8B2D-E416-E690305389A4}" dt="2025-09-04T15:22:54.833" v="88" actId="1076"/>
          <ac:picMkLst>
            <pc:docMk/>
            <pc:sldMk cId="720000608" sldId="309"/>
            <ac:picMk id="5" creationId="{1443A748-1C56-6BF3-9E01-BBF3081444BA}"/>
          </ac:picMkLst>
        </pc:picChg>
      </pc:sldChg>
      <pc:sldChg chg="addSp modSp">
        <pc:chgData name="Usuário Convidado" userId="" providerId="Windows Live" clId="Web-{57233262-EDF2-8B2D-E416-E690305389A4}" dt="2025-09-04T15:36:53.018" v="180" actId="1076"/>
        <pc:sldMkLst>
          <pc:docMk/>
          <pc:sldMk cId="93527627" sldId="310"/>
        </pc:sldMkLst>
        <pc:spChg chg="add mod">
          <ac:chgData name="Usuário Convidado" userId="" providerId="Windows Live" clId="Web-{57233262-EDF2-8B2D-E416-E690305389A4}" dt="2025-09-04T15:36:53.018" v="180" actId="1076"/>
          <ac:spMkLst>
            <pc:docMk/>
            <pc:sldMk cId="93527627" sldId="310"/>
            <ac:spMk id="5" creationId="{6D3847B8-291A-12A4-818E-8C0765274384}"/>
          </ac:spMkLst>
        </pc:spChg>
        <pc:grpChg chg="add mod">
          <ac:chgData name="Usuário Convidado" userId="" providerId="Windows Live" clId="Web-{57233262-EDF2-8B2D-E416-E690305389A4}" dt="2025-09-04T15:36:49.565" v="179" actId="1076"/>
          <ac:grpSpMkLst>
            <pc:docMk/>
            <pc:sldMk cId="93527627" sldId="310"/>
            <ac:grpSpMk id="6" creationId="{3CE5340B-BA13-1A8D-8701-3C400F363EB8}"/>
          </ac:grpSpMkLst>
        </pc:grpChg>
        <pc:picChg chg="mod">
          <ac:chgData name="Usuário Convidado" userId="" providerId="Windows Live" clId="Web-{57233262-EDF2-8B2D-E416-E690305389A4}" dt="2025-09-04T15:31:10.698" v="125" actId="1076"/>
          <ac:picMkLst>
            <pc:docMk/>
            <pc:sldMk cId="93527627" sldId="310"/>
            <ac:picMk id="9" creationId="{3C0BD3D6-9138-2613-C414-7430E82C172F}"/>
          </ac:picMkLst>
        </pc:picChg>
        <pc:picChg chg="mod">
          <ac:chgData name="Usuário Convidado" userId="" providerId="Windows Live" clId="Web-{57233262-EDF2-8B2D-E416-E690305389A4}" dt="2025-09-04T15:32:54.512" v="141" actId="1076"/>
          <ac:picMkLst>
            <pc:docMk/>
            <pc:sldMk cId="93527627" sldId="310"/>
            <ac:picMk id="11" creationId="{9E50F7A6-0CA9-1682-2BD7-27C576D5BDE8}"/>
          </ac:picMkLst>
        </pc:picChg>
        <pc:picChg chg="mod">
          <ac:chgData name="Usuário Convidado" userId="" providerId="Windows Live" clId="Web-{57233262-EDF2-8B2D-E416-E690305389A4}" dt="2025-09-04T15:32:51.074" v="140" actId="1076"/>
          <ac:picMkLst>
            <pc:docMk/>
            <pc:sldMk cId="93527627" sldId="310"/>
            <ac:picMk id="12" creationId="{CA028F4C-03B6-6514-99D2-096872446998}"/>
          </ac:picMkLst>
        </pc:picChg>
      </pc:sldChg>
      <pc:sldChg chg="modSp">
        <pc:chgData name="Usuário Convidado" userId="" providerId="Windows Live" clId="Web-{57233262-EDF2-8B2D-E416-E690305389A4}" dt="2025-09-04T15:19:19.733" v="87" actId="1076"/>
        <pc:sldMkLst>
          <pc:docMk/>
          <pc:sldMk cId="197823138" sldId="311"/>
        </pc:sldMkLst>
        <pc:picChg chg="mod">
          <ac:chgData name="Usuário Convidado" userId="" providerId="Windows Live" clId="Web-{57233262-EDF2-8B2D-E416-E690305389A4}" dt="2025-09-04T15:19:19.733" v="87" actId="1076"/>
          <ac:picMkLst>
            <pc:docMk/>
            <pc:sldMk cId="197823138" sldId="311"/>
            <ac:picMk id="6" creationId="{6107EF58-92F9-8B71-EB49-79C8F22F034E}"/>
          </ac:picMkLst>
        </pc:picChg>
      </pc:sldChg>
      <pc:sldChg chg="addSp delSp modSp add ord replId">
        <pc:chgData name="Usuário Convidado" userId="" providerId="Windows Live" clId="Web-{57233262-EDF2-8B2D-E416-E690305389A4}" dt="2025-09-04T14:46:30.652" v="16"/>
        <pc:sldMkLst>
          <pc:docMk/>
          <pc:sldMk cId="2125416589" sldId="312"/>
        </pc:sldMkLst>
        <pc:picChg chg="add del mod">
          <ac:chgData name="Usuário Convidado" userId="" providerId="Windows Live" clId="Web-{57233262-EDF2-8B2D-E416-E690305389A4}" dt="2025-09-04T14:45:52.293" v="10"/>
          <ac:picMkLst>
            <pc:docMk/>
            <pc:sldMk cId="2125416589" sldId="312"/>
            <ac:picMk id="3" creationId="{6DAF7650-7CD0-64A7-7CF3-D2916DECEA8B}"/>
          </ac:picMkLst>
        </pc:picChg>
        <pc:picChg chg="del">
          <ac:chgData name="Usuário Convidado" userId="" providerId="Windows Live" clId="Web-{57233262-EDF2-8B2D-E416-E690305389A4}" dt="2025-09-04T14:40:23.025" v="3"/>
          <ac:picMkLst>
            <pc:docMk/>
            <pc:sldMk cId="2125416589" sldId="312"/>
            <ac:picMk id="5" creationId="{B743A4C1-F965-28FC-DAA1-AD3C649331A5}"/>
          </ac:picMkLst>
        </pc:picChg>
        <pc:picChg chg="add mod">
          <ac:chgData name="Usuário Convidado" userId="" providerId="Windows Live" clId="Web-{57233262-EDF2-8B2D-E416-E690305389A4}" dt="2025-09-04T14:46:14.434" v="15" actId="14100"/>
          <ac:picMkLst>
            <pc:docMk/>
            <pc:sldMk cId="2125416589" sldId="312"/>
            <ac:picMk id="6" creationId="{F541213F-CBF0-9851-3207-BC937B27617D}"/>
          </ac:picMkLst>
        </pc:picChg>
      </pc:sldChg>
      <pc:sldChg chg="new del">
        <pc:chgData name="Usuário Convidado" userId="" providerId="Windows Live" clId="Web-{57233262-EDF2-8B2D-E416-E690305389A4}" dt="2025-09-04T14:40:18.103" v="1"/>
        <pc:sldMkLst>
          <pc:docMk/>
          <pc:sldMk cId="3924858870" sldId="312"/>
        </pc:sldMkLst>
      </pc:sldChg>
      <pc:sldChg chg="addSp delSp modSp add replId">
        <pc:chgData name="Usuário Convidado" userId="" providerId="Windows Live" clId="Web-{57233262-EDF2-8B2D-E416-E690305389A4}" dt="2025-09-04T15:29:13.273" v="124" actId="1076"/>
        <pc:sldMkLst>
          <pc:docMk/>
          <pc:sldMk cId="3339640022" sldId="313"/>
        </pc:sldMkLst>
        <pc:picChg chg="add mod">
          <ac:chgData name="Usuário Convidado" userId="" providerId="Windows Live" clId="Web-{57233262-EDF2-8B2D-E416-E690305389A4}" dt="2025-09-04T15:29:13.273" v="124" actId="1076"/>
          <ac:picMkLst>
            <pc:docMk/>
            <pc:sldMk cId="3339640022" sldId="313"/>
            <ac:picMk id="3" creationId="{163A8CC1-DED4-3AFD-9DF1-D099F7BEC835}"/>
          </ac:picMkLst>
        </pc:picChg>
        <pc:picChg chg="del">
          <ac:chgData name="Usuário Convidado" userId="" providerId="Windows Live" clId="Web-{57233262-EDF2-8B2D-E416-E690305389A4}" dt="2025-09-04T15:29:00.804" v="121"/>
          <ac:picMkLst>
            <pc:docMk/>
            <pc:sldMk cId="3339640022" sldId="313"/>
            <ac:picMk id="10" creationId="{6E15EEEC-F319-200B-B19F-E9D6A56DC5CD}"/>
          </ac:picMkLst>
        </pc:picChg>
        <pc:picChg chg="del">
          <ac:chgData name="Usuário Convidado" userId="" providerId="Windows Live" clId="Web-{57233262-EDF2-8B2D-E416-E690305389A4}" dt="2025-09-04T15:29:00.867" v="122"/>
          <ac:picMkLst>
            <pc:docMk/>
            <pc:sldMk cId="3339640022" sldId="313"/>
            <ac:picMk id="11" creationId="{56D527AF-30A0-F7DA-B1E6-7080D14BEC33}"/>
          </ac:picMkLst>
        </pc:picChg>
      </pc:sldChg>
    </pc:docChg>
  </pc:docChgLst>
  <pc:docChgLst>
    <pc:chgData name="Thiago Ney Evaristo Rodrigues" userId="fb50eefc1efb6381" providerId="Windows Live" clId="Web-{B9B5D969-8FE9-3C5C-CC2C-98B2E3B7FC11}"/>
    <pc:docChg chg="modSld">
      <pc:chgData name="Thiago Ney Evaristo Rodrigues" userId="fb50eefc1efb6381" providerId="Windows Live" clId="Web-{B9B5D969-8FE9-3C5C-CC2C-98B2E3B7FC11}" dt="2025-08-18T20:44:19.876" v="36" actId="1076"/>
      <pc:docMkLst>
        <pc:docMk/>
      </pc:docMkLst>
      <pc:sldChg chg="addSp delSp modSp">
        <pc:chgData name="Thiago Ney Evaristo Rodrigues" userId="fb50eefc1efb6381" providerId="Windows Live" clId="Web-{B9B5D969-8FE9-3C5C-CC2C-98B2E3B7FC11}" dt="2025-08-18T20:44:19.876" v="36" actId="1076"/>
        <pc:sldMkLst>
          <pc:docMk/>
          <pc:sldMk cId="2936865589" sldId="267"/>
        </pc:sldMkLst>
      </pc:sldChg>
    </pc:docChg>
  </pc:docChgLst>
  <pc:docChgLst>
    <pc:chgData name="Thiago Ney Evaristo Rodrigues" userId="fb50eefc1efb6381" providerId="LiveId" clId="{4A2E2E4D-6AE6-40C9-B147-34264DB25721}"/>
    <pc:docChg chg="undo redo custSel addSld delSld modSld sldOrd">
      <pc:chgData name="Thiago Ney Evaristo Rodrigues" userId="fb50eefc1efb6381" providerId="LiveId" clId="{4A2E2E4D-6AE6-40C9-B147-34264DB25721}" dt="2025-08-18T20:50:05.521" v="3672" actId="478"/>
      <pc:docMkLst>
        <pc:docMk/>
      </pc:docMkLst>
      <pc:sldChg chg="addSp delSp modSp mod">
        <pc:chgData name="Thiago Ney Evaristo Rodrigues" userId="fb50eefc1efb6381" providerId="LiveId" clId="{4A2E2E4D-6AE6-40C9-B147-34264DB25721}" dt="2025-08-18T20:20:59.053" v="3598" actId="20577"/>
        <pc:sldMkLst>
          <pc:docMk/>
          <pc:sldMk cId="3536410419" sldId="264"/>
        </pc:sldMkLst>
      </pc:sldChg>
      <pc:sldChg chg="addSp delSp modSp mod">
        <pc:chgData name="Thiago Ney Evaristo Rodrigues" userId="fb50eefc1efb6381" providerId="LiveId" clId="{4A2E2E4D-6AE6-40C9-B147-34264DB25721}" dt="2025-08-18T20:19:35.690" v="3564" actId="21"/>
        <pc:sldMkLst>
          <pc:docMk/>
          <pc:sldMk cId="280983118" sldId="265"/>
        </pc:sldMkLst>
      </pc:sldChg>
      <pc:sldChg chg="addSp delSp modSp mod">
        <pc:chgData name="Thiago Ney Evaristo Rodrigues" userId="fb50eefc1efb6381" providerId="LiveId" clId="{4A2E2E4D-6AE6-40C9-B147-34264DB25721}" dt="2025-08-18T20:19:45.955" v="3567" actId="478"/>
        <pc:sldMkLst>
          <pc:docMk/>
          <pc:sldMk cId="3614048354" sldId="266"/>
        </pc:sldMkLst>
      </pc:sldChg>
      <pc:sldChg chg="addSp delSp modSp mod">
        <pc:chgData name="Thiago Ney Evaristo Rodrigues" userId="fb50eefc1efb6381" providerId="LiveId" clId="{4A2E2E4D-6AE6-40C9-B147-34264DB25721}" dt="2025-08-18T20:50:05.521" v="3672" actId="478"/>
        <pc:sldMkLst>
          <pc:docMk/>
          <pc:sldMk cId="2936865589" sldId="267"/>
        </pc:sldMkLst>
      </pc:sldChg>
      <pc:sldChg chg="modSp mod">
        <pc:chgData name="Thiago Ney Evaristo Rodrigues" userId="fb50eefc1efb6381" providerId="LiveId" clId="{4A2E2E4D-6AE6-40C9-B147-34264DB25721}" dt="2025-08-18T20:48:04.268" v="3642" actId="20577"/>
        <pc:sldMkLst>
          <pc:docMk/>
          <pc:sldMk cId="872924692" sldId="268"/>
        </pc:sldMkLst>
      </pc:sldChg>
      <pc:sldChg chg="modSp add del mod">
        <pc:chgData name="Thiago Ney Evaristo Rodrigues" userId="fb50eefc1efb6381" providerId="LiveId" clId="{4A2E2E4D-6AE6-40C9-B147-34264DB25721}" dt="2025-08-18T20:32:26.125" v="3640" actId="47"/>
        <pc:sldMkLst>
          <pc:docMk/>
          <pc:sldMk cId="627221529" sldId="269"/>
        </pc:sldMkLst>
      </pc:sldChg>
      <pc:sldChg chg="del">
        <pc:chgData name="Thiago Ney Evaristo Rodrigues" userId="fb50eefc1efb6381" providerId="LiveId" clId="{4A2E2E4D-6AE6-40C9-B147-34264DB25721}" dt="2025-08-18T14:58:11.630" v="197" actId="47"/>
        <pc:sldMkLst>
          <pc:docMk/>
          <pc:sldMk cId="2978526781" sldId="270"/>
        </pc:sldMkLst>
      </pc:sldChg>
      <pc:sldChg chg="addSp delSp modSp mod">
        <pc:chgData name="Thiago Ney Evaristo Rodrigues" userId="fb50eefc1efb6381" providerId="LiveId" clId="{4A2E2E4D-6AE6-40C9-B147-34264DB25721}" dt="2025-08-18T15:34:31.211" v="749" actId="20577"/>
        <pc:sldMkLst>
          <pc:docMk/>
          <pc:sldMk cId="2710463504" sldId="271"/>
        </pc:sldMkLst>
      </pc:sldChg>
      <pc:sldChg chg="addSp delSp modSp add mod">
        <pc:chgData name="Thiago Ney Evaristo Rodrigues" userId="fb50eefc1efb6381" providerId="LiveId" clId="{4A2E2E4D-6AE6-40C9-B147-34264DB25721}" dt="2025-08-18T15:13:11.534" v="259" actId="20577"/>
        <pc:sldMkLst>
          <pc:docMk/>
          <pc:sldMk cId="1161736965" sldId="272"/>
        </pc:sldMkLst>
        <pc:spChg chg="mod ord">
          <ac:chgData name="Thiago Ney Evaristo Rodrigues" userId="fb50eefc1efb6381" providerId="LiveId" clId="{4A2E2E4D-6AE6-40C9-B147-34264DB25721}" dt="2025-08-18T14:59:17.763" v="203" actId="242"/>
          <ac:spMkLst>
            <pc:docMk/>
            <pc:sldMk cId="1161736965" sldId="272"/>
            <ac:spMk id="2" creationId="{BBBC1C3D-C618-7C9D-E408-52E73CDCC102}"/>
          </ac:spMkLst>
        </pc:spChg>
        <pc:spChg chg="mod ord">
          <ac:chgData name="Thiago Ney Evaristo Rodrigues" userId="fb50eefc1efb6381" providerId="LiveId" clId="{4A2E2E4D-6AE6-40C9-B147-34264DB25721}" dt="2025-08-18T15:13:11.534" v="259" actId="20577"/>
          <ac:spMkLst>
            <pc:docMk/>
            <pc:sldMk cId="1161736965" sldId="272"/>
            <ac:spMk id="3" creationId="{0602F417-C2BA-82D2-A79A-BEAE1A782593}"/>
          </ac:spMkLst>
        </pc:spChg>
        <pc:spChg chg="mod ord">
          <ac:chgData name="Thiago Ney Evaristo Rodrigues" userId="fb50eefc1efb6381" providerId="LiveId" clId="{4A2E2E4D-6AE6-40C9-B147-34264DB25721}" dt="2025-08-18T14:58:47.466" v="202" actId="465"/>
          <ac:spMkLst>
            <pc:docMk/>
            <pc:sldMk cId="1161736965" sldId="272"/>
            <ac:spMk id="8" creationId="{5D6497BB-23FE-6C07-1264-806B7250E8EF}"/>
          </ac:spMkLst>
        </pc:spChg>
        <pc:spChg chg="add mod">
          <ac:chgData name="Thiago Ney Evaristo Rodrigues" userId="fb50eefc1efb6381" providerId="LiveId" clId="{4A2E2E4D-6AE6-40C9-B147-34264DB25721}" dt="2025-08-18T14:52:39.520" v="154" actId="207"/>
          <ac:spMkLst>
            <pc:docMk/>
            <pc:sldMk cId="1161736965" sldId="272"/>
            <ac:spMk id="10" creationId="{35B696B7-EAF9-43C8-FE97-AA60F7B69A41}"/>
          </ac:spMkLst>
        </pc:spChg>
        <pc:spChg chg="add mod ord">
          <ac:chgData name="Thiago Ney Evaristo Rodrigues" userId="fb50eefc1efb6381" providerId="LiveId" clId="{4A2E2E4D-6AE6-40C9-B147-34264DB25721}" dt="2025-08-18T14:54:58.530" v="174" actId="14100"/>
          <ac:spMkLst>
            <pc:docMk/>
            <pc:sldMk cId="1161736965" sldId="272"/>
            <ac:spMk id="11" creationId="{C3DA79A5-1B9B-1336-8CD9-3885DA32B84D}"/>
          </ac:spMkLst>
        </pc:spChg>
      </pc:sldChg>
      <pc:sldChg chg="addSp delSp modSp mod">
        <pc:chgData name="Thiago Ney Evaristo Rodrigues" userId="fb50eefc1efb6381" providerId="LiveId" clId="{4A2E2E4D-6AE6-40C9-B147-34264DB25721}" dt="2025-08-18T19:43:40.005" v="1745" actId="12"/>
        <pc:sldMkLst>
          <pc:docMk/>
          <pc:sldMk cId="1618868839" sldId="273"/>
        </pc:sldMkLst>
      </pc:sldChg>
      <pc:sldChg chg="delSp modSp add del mod">
        <pc:chgData name="Thiago Ney Evaristo Rodrigues" userId="fb50eefc1efb6381" providerId="LiveId" clId="{4A2E2E4D-6AE6-40C9-B147-34264DB25721}" dt="2025-08-18T14:52:53.862" v="155" actId="47"/>
        <pc:sldMkLst>
          <pc:docMk/>
          <pc:sldMk cId="2691277752" sldId="273"/>
        </pc:sldMkLst>
      </pc:sldChg>
      <pc:sldChg chg="addSp delSp modSp mod ord">
        <pc:chgData name="Thiago Ney Evaristo Rodrigues" userId="fb50eefc1efb6381" providerId="LiveId" clId="{4A2E2E4D-6AE6-40C9-B147-34264DB25721}" dt="2025-08-18T20:19:50.143" v="3569" actId="478"/>
        <pc:sldMkLst>
          <pc:docMk/>
          <pc:sldMk cId="3847462140" sldId="274"/>
        </pc:sldMkLst>
      </pc:sldChg>
      <pc:sldChg chg="addSp delSp modSp mod">
        <pc:chgData name="Thiago Ney Evaristo Rodrigues" userId="fb50eefc1efb6381" providerId="LiveId" clId="{4A2E2E4D-6AE6-40C9-B147-34264DB25721}" dt="2025-08-18T20:19:55.047" v="3571" actId="478"/>
        <pc:sldMkLst>
          <pc:docMk/>
          <pc:sldMk cId="2318078833" sldId="275"/>
        </pc:sldMkLst>
      </pc:sldChg>
      <pc:sldChg chg="addSp delSp modSp mod">
        <pc:chgData name="Thiago Ney Evaristo Rodrigues" userId="fb50eefc1efb6381" providerId="LiveId" clId="{4A2E2E4D-6AE6-40C9-B147-34264DB25721}" dt="2025-08-18T20:32:23.748" v="3639" actId="478"/>
        <pc:sldMkLst>
          <pc:docMk/>
          <pc:sldMk cId="4106440066" sldId="276"/>
        </pc:sldMkLst>
      </pc:sldChg>
      <pc:sldChg chg="addSp delSp modSp add mod">
        <pc:chgData name="Thiago Ney Evaristo Rodrigues" userId="fb50eefc1efb6381" providerId="LiveId" clId="{4A2E2E4D-6AE6-40C9-B147-34264DB25721}" dt="2025-08-18T20:19:59.314" v="3573" actId="478"/>
        <pc:sldMkLst>
          <pc:docMk/>
          <pc:sldMk cId="2120162573" sldId="277"/>
        </pc:sldMkLst>
      </pc:sldChg>
    </pc:docChg>
  </pc:docChgLst>
  <pc:docChgLst>
    <pc:chgData name="Thiago Ney Evaristo Rodrigues" userId="fb50eefc1efb6381" providerId="LiveId" clId="{55D7238F-0C39-4C7B-9625-78947C5B06FF}"/>
    <pc:docChg chg="custSel delSld modSld modSection">
      <pc:chgData name="Thiago Ney Evaristo Rodrigues" userId="fb50eefc1efb6381" providerId="LiveId" clId="{55D7238F-0C39-4C7B-9625-78947C5B06FF}" dt="2025-09-04T15:57:25.839" v="142" actId="12788"/>
      <pc:docMkLst>
        <pc:docMk/>
      </pc:docMkLst>
      <pc:sldChg chg="modSp mod">
        <pc:chgData name="Thiago Ney Evaristo Rodrigues" userId="fb50eefc1efb6381" providerId="LiveId" clId="{55D7238F-0C39-4C7B-9625-78947C5B06FF}" dt="2025-09-04T01:31:44.989" v="0" actId="20577"/>
        <pc:sldMkLst>
          <pc:docMk/>
          <pc:sldMk cId="3788311483" sldId="285"/>
        </pc:sldMkLst>
        <pc:spChg chg="mod">
          <ac:chgData name="Thiago Ney Evaristo Rodrigues" userId="fb50eefc1efb6381" providerId="LiveId" clId="{55D7238F-0C39-4C7B-9625-78947C5B06FF}" dt="2025-09-04T01:31:44.989" v="0" actId="20577"/>
          <ac:spMkLst>
            <pc:docMk/>
            <pc:sldMk cId="3788311483" sldId="285"/>
            <ac:spMk id="8" creationId="{4133C41D-C07F-911D-D386-7CB6170A7525}"/>
          </ac:spMkLst>
        </pc:spChg>
      </pc:sldChg>
      <pc:sldChg chg="addSp delSp modSp mod">
        <pc:chgData name="Thiago Ney Evaristo Rodrigues" userId="fb50eefc1efb6381" providerId="LiveId" clId="{55D7238F-0C39-4C7B-9625-78947C5B06FF}" dt="2025-09-04T01:36:48.926" v="114" actId="165"/>
        <pc:sldMkLst>
          <pc:docMk/>
          <pc:sldMk cId="3999059121" sldId="289"/>
        </pc:sldMkLst>
        <pc:grpChg chg="add del mod">
          <ac:chgData name="Thiago Ney Evaristo Rodrigues" userId="fb50eefc1efb6381" providerId="LiveId" clId="{55D7238F-0C39-4C7B-9625-78947C5B06FF}" dt="2025-09-04T01:36:48.926" v="114" actId="165"/>
          <ac:grpSpMkLst>
            <pc:docMk/>
            <pc:sldMk cId="3999059121" sldId="289"/>
            <ac:grpSpMk id="3" creationId="{F410FBE5-09CB-E2BB-4BE7-125CAA107762}"/>
          </ac:grpSpMkLst>
        </pc:grpChg>
        <pc:grpChg chg="del">
          <ac:chgData name="Thiago Ney Evaristo Rodrigues" userId="fb50eefc1efb6381" providerId="LiveId" clId="{55D7238F-0C39-4C7B-9625-78947C5B06FF}" dt="2025-09-04T01:35:29.782" v="98" actId="165"/>
          <ac:grpSpMkLst>
            <pc:docMk/>
            <pc:sldMk cId="3999059121" sldId="289"/>
            <ac:grpSpMk id="13" creationId="{91503232-99A2-192A-C71F-0504CA06484F}"/>
          </ac:grpSpMkLst>
        </pc:grpChg>
        <pc:picChg chg="del mod topLvl">
          <ac:chgData name="Thiago Ney Evaristo Rodrigues" userId="fb50eefc1efb6381" providerId="LiveId" clId="{55D7238F-0C39-4C7B-9625-78947C5B06FF}" dt="2025-09-04T01:35:32.432" v="99" actId="478"/>
          <ac:picMkLst>
            <pc:docMk/>
            <pc:sldMk cId="3999059121" sldId="289"/>
            <ac:picMk id="5" creationId="{5240B3CD-CC62-C271-B0F1-88CBFE252ED7}"/>
          </ac:picMkLst>
        </pc:picChg>
        <pc:picChg chg="add mod topLvl">
          <ac:chgData name="Thiago Ney Evaristo Rodrigues" userId="fb50eefc1efb6381" providerId="LiveId" clId="{55D7238F-0C39-4C7B-9625-78947C5B06FF}" dt="2025-09-04T01:36:48.926" v="114" actId="165"/>
          <ac:picMkLst>
            <pc:docMk/>
            <pc:sldMk cId="3999059121" sldId="289"/>
            <ac:picMk id="10" creationId="{4A8D57B1-54E6-D516-A647-B998367E9A7D}"/>
          </ac:picMkLst>
        </pc:picChg>
        <pc:picChg chg="mod topLvl">
          <ac:chgData name="Thiago Ney Evaristo Rodrigues" userId="fb50eefc1efb6381" providerId="LiveId" clId="{55D7238F-0C39-4C7B-9625-78947C5B06FF}" dt="2025-09-04T01:36:48.926" v="114" actId="165"/>
          <ac:picMkLst>
            <pc:docMk/>
            <pc:sldMk cId="3999059121" sldId="289"/>
            <ac:picMk id="12" creationId="{D39F8274-D42F-527B-029C-687E5DCB2201}"/>
          </ac:picMkLst>
        </pc:picChg>
      </pc:sldChg>
      <pc:sldChg chg="delSp del mod">
        <pc:chgData name="Thiago Ney Evaristo Rodrigues" userId="fb50eefc1efb6381" providerId="LiveId" clId="{55D7238F-0C39-4C7B-9625-78947C5B06FF}" dt="2025-09-04T01:35:53.772" v="105" actId="47"/>
        <pc:sldMkLst>
          <pc:docMk/>
          <pc:sldMk cId="812709666" sldId="290"/>
        </pc:sldMkLst>
        <pc:picChg chg="del">
          <ac:chgData name="Thiago Ney Evaristo Rodrigues" userId="fb50eefc1efb6381" providerId="LiveId" clId="{55D7238F-0C39-4C7B-9625-78947C5B06FF}" dt="2025-09-04T01:35:36.734" v="100" actId="21"/>
          <ac:picMkLst>
            <pc:docMk/>
            <pc:sldMk cId="812709666" sldId="290"/>
            <ac:picMk id="10" creationId="{4A8D57B1-54E6-D516-A647-B998367E9A7D}"/>
          </ac:picMkLst>
        </pc:picChg>
      </pc:sldChg>
      <pc:sldChg chg="addSp delSp modSp mod">
        <pc:chgData name="Thiago Ney Evaristo Rodrigues" userId="fb50eefc1efb6381" providerId="LiveId" clId="{55D7238F-0C39-4C7B-9625-78947C5B06FF}" dt="2025-09-04T01:35:14.897" v="97" actId="165"/>
        <pc:sldMkLst>
          <pc:docMk/>
          <pc:sldMk cId="2041108154" sldId="293"/>
        </pc:sldMkLst>
        <pc:spChg chg="mod">
          <ac:chgData name="Thiago Ney Evaristo Rodrigues" userId="fb50eefc1efb6381" providerId="LiveId" clId="{55D7238F-0C39-4C7B-9625-78947C5B06FF}" dt="2025-09-04T01:34:45.903" v="93" actId="12789"/>
          <ac:spMkLst>
            <pc:docMk/>
            <pc:sldMk cId="2041108154" sldId="293"/>
            <ac:spMk id="2" creationId="{1C6303FC-9000-937D-A94A-A67CF7F1DA2B}"/>
          </ac:spMkLst>
        </pc:spChg>
        <pc:spChg chg="mod">
          <ac:chgData name="Thiago Ney Evaristo Rodrigues" userId="fb50eefc1efb6381" providerId="LiveId" clId="{55D7238F-0C39-4C7B-9625-78947C5B06FF}" dt="2025-09-04T01:32:58.374" v="19" actId="20577"/>
          <ac:spMkLst>
            <pc:docMk/>
            <pc:sldMk cId="2041108154" sldId="293"/>
            <ac:spMk id="7" creationId="{78BC2564-8E8B-8A1C-45CE-FD15CEF33716}"/>
          </ac:spMkLst>
        </pc:spChg>
        <pc:grpChg chg="add del mod topLvl">
          <ac:chgData name="Thiago Ney Evaristo Rodrigues" userId="fb50eefc1efb6381" providerId="LiveId" clId="{55D7238F-0C39-4C7B-9625-78947C5B06FF}" dt="2025-09-04T01:35:14.897" v="97" actId="165"/>
          <ac:grpSpMkLst>
            <pc:docMk/>
            <pc:sldMk cId="2041108154" sldId="293"/>
            <ac:grpSpMk id="3" creationId="{8FB6B76C-B375-3268-E39F-81A21379D7A4}"/>
          </ac:grpSpMkLst>
        </pc:grpChg>
        <pc:grpChg chg="add del mod">
          <ac:chgData name="Thiago Ney Evaristo Rodrigues" userId="fb50eefc1efb6381" providerId="LiveId" clId="{55D7238F-0C39-4C7B-9625-78947C5B06FF}" dt="2025-09-04T01:35:05.533" v="96" actId="165"/>
          <ac:grpSpMkLst>
            <pc:docMk/>
            <pc:sldMk cId="2041108154" sldId="293"/>
            <ac:grpSpMk id="8" creationId="{738BB42D-F42A-CDC1-06F6-10862FBA61AE}"/>
          </ac:grpSpMkLst>
        </pc:grpChg>
        <pc:picChg chg="mod topLvl">
          <ac:chgData name="Thiago Ney Evaristo Rodrigues" userId="fb50eefc1efb6381" providerId="LiveId" clId="{55D7238F-0C39-4C7B-9625-78947C5B06FF}" dt="2025-09-04T01:35:05.533" v="96" actId="165"/>
          <ac:picMkLst>
            <pc:docMk/>
            <pc:sldMk cId="2041108154" sldId="293"/>
            <ac:picMk id="5" creationId="{330D65DA-6E83-3C1E-7497-7008B7EE1C6D}"/>
          </ac:picMkLst>
        </pc:picChg>
        <pc:picChg chg="add mod topLvl">
          <ac:chgData name="Thiago Ney Evaristo Rodrigues" userId="fb50eefc1efb6381" providerId="LiveId" clId="{55D7238F-0C39-4C7B-9625-78947C5B06FF}" dt="2025-09-04T01:35:14.897" v="97" actId="165"/>
          <ac:picMkLst>
            <pc:docMk/>
            <pc:sldMk cId="2041108154" sldId="293"/>
            <ac:picMk id="6" creationId="{7096D4D1-B415-846C-DD39-E9C36DCB0A7D}"/>
          </ac:picMkLst>
        </pc:picChg>
        <pc:picChg chg="add mod topLvl">
          <ac:chgData name="Thiago Ney Evaristo Rodrigues" userId="fb50eefc1efb6381" providerId="LiveId" clId="{55D7238F-0C39-4C7B-9625-78947C5B06FF}" dt="2025-09-04T01:35:14.897" v="97" actId="165"/>
          <ac:picMkLst>
            <pc:docMk/>
            <pc:sldMk cId="2041108154" sldId="293"/>
            <ac:picMk id="10" creationId="{5425B97E-F415-0C38-CB37-559F60A716A1}"/>
          </ac:picMkLst>
        </pc:picChg>
      </pc:sldChg>
      <pc:sldChg chg="delSp del mod">
        <pc:chgData name="Thiago Ney Evaristo Rodrigues" userId="fb50eefc1efb6381" providerId="LiveId" clId="{55D7238F-0C39-4C7B-9625-78947C5B06FF}" dt="2025-09-04T01:32:51.342" v="5" actId="47"/>
        <pc:sldMkLst>
          <pc:docMk/>
          <pc:sldMk cId="1102398761" sldId="294"/>
        </pc:sldMkLst>
        <pc:picChg chg="del">
          <ac:chgData name="Thiago Ney Evaristo Rodrigues" userId="fb50eefc1efb6381" providerId="LiveId" clId="{55D7238F-0C39-4C7B-9625-78947C5B06FF}" dt="2025-09-04T01:32:43.947" v="1" actId="21"/>
          <ac:picMkLst>
            <pc:docMk/>
            <pc:sldMk cId="1102398761" sldId="294"/>
            <ac:picMk id="6" creationId="{7096D4D1-B415-846C-DD39-E9C36DCB0A7D}"/>
          </ac:picMkLst>
        </pc:picChg>
        <pc:picChg chg="del">
          <ac:chgData name="Thiago Ney Evaristo Rodrigues" userId="fb50eefc1efb6381" providerId="LiveId" clId="{55D7238F-0C39-4C7B-9625-78947C5B06FF}" dt="2025-09-04T01:32:43.947" v="1" actId="21"/>
          <ac:picMkLst>
            <pc:docMk/>
            <pc:sldMk cId="1102398761" sldId="294"/>
            <ac:picMk id="10" creationId="{5425B97E-F415-0C38-CB37-559F60A716A1}"/>
          </ac:picMkLst>
        </pc:picChg>
      </pc:sldChg>
      <pc:sldChg chg="addSp delSp modSp mod">
        <pc:chgData name="Thiago Ney Evaristo Rodrigues" userId="fb50eefc1efb6381" providerId="LiveId" clId="{55D7238F-0C39-4C7B-9625-78947C5B06FF}" dt="2025-09-04T15:44:35.461" v="135" actId="1038"/>
        <pc:sldMkLst>
          <pc:docMk/>
          <pc:sldMk cId="4008161449" sldId="295"/>
        </pc:sldMkLst>
        <pc:spChg chg="mod">
          <ac:chgData name="Thiago Ney Evaristo Rodrigues" userId="fb50eefc1efb6381" providerId="LiveId" clId="{55D7238F-0C39-4C7B-9625-78947C5B06FF}" dt="2025-09-04T15:44:01.811" v="125" actId="12789"/>
          <ac:spMkLst>
            <pc:docMk/>
            <pc:sldMk cId="4008161449" sldId="295"/>
            <ac:spMk id="2" creationId="{573C646C-7D12-5D5B-B3AB-5619D46FE915}"/>
          </ac:spMkLst>
        </pc:spChg>
        <pc:spChg chg="del">
          <ac:chgData name="Thiago Ney Evaristo Rodrigues" userId="fb50eefc1efb6381" providerId="LiveId" clId="{55D7238F-0C39-4C7B-9625-78947C5B06FF}" dt="2025-09-04T15:43:26.167" v="115" actId="478"/>
          <ac:spMkLst>
            <pc:docMk/>
            <pc:sldMk cId="4008161449" sldId="295"/>
            <ac:spMk id="8" creationId="{682D01B6-027A-8B6E-02B7-A29D71679E37}"/>
          </ac:spMkLst>
        </pc:spChg>
        <pc:graphicFrameChg chg="add mod">
          <ac:chgData name="Thiago Ney Evaristo Rodrigues" userId="fb50eefc1efb6381" providerId="LiveId" clId="{55D7238F-0C39-4C7B-9625-78947C5B06FF}" dt="2025-09-04T15:43:26.778" v="116"/>
          <ac:graphicFrameMkLst>
            <pc:docMk/>
            <pc:sldMk cId="4008161449" sldId="295"/>
            <ac:graphicFrameMk id="3" creationId="{D6829B32-7CD9-924C-BC03-07BF00E6C984}"/>
          </ac:graphicFrameMkLst>
        </pc:graphicFrameChg>
        <pc:graphicFrameChg chg="add mod modGraphic">
          <ac:chgData name="Thiago Ney Evaristo Rodrigues" userId="fb50eefc1efb6381" providerId="LiveId" clId="{55D7238F-0C39-4C7B-9625-78947C5B06FF}" dt="2025-09-04T15:44:01.811" v="125" actId="12789"/>
          <ac:graphicFrameMkLst>
            <pc:docMk/>
            <pc:sldMk cId="4008161449" sldId="295"/>
            <ac:graphicFrameMk id="6" creationId="{BE38C40E-F58B-9FFB-527D-7B0D2C3AB70A}"/>
          </ac:graphicFrameMkLst>
        </pc:graphicFrameChg>
        <pc:picChg chg="del mod">
          <ac:chgData name="Thiago Ney Evaristo Rodrigues" userId="fb50eefc1efb6381" providerId="LiveId" clId="{55D7238F-0C39-4C7B-9625-78947C5B06FF}" dt="2025-09-04T15:44:23.291" v="127" actId="478"/>
          <ac:picMkLst>
            <pc:docMk/>
            <pc:sldMk cId="4008161449" sldId="295"/>
            <ac:picMk id="5" creationId="{D80ACCA3-C007-11A4-550D-6ED1C2C7F0FA}"/>
          </ac:picMkLst>
        </pc:picChg>
        <pc:picChg chg="add mod">
          <ac:chgData name="Thiago Ney Evaristo Rodrigues" userId="fb50eefc1efb6381" providerId="LiveId" clId="{55D7238F-0C39-4C7B-9625-78947C5B06FF}" dt="2025-09-04T15:44:35.461" v="135" actId="1038"/>
          <ac:picMkLst>
            <pc:docMk/>
            <pc:sldMk cId="4008161449" sldId="295"/>
            <ac:picMk id="10" creationId="{0BC0456A-7AAC-1A2F-4869-74219DF5C2BA}"/>
          </ac:picMkLst>
        </pc:picChg>
      </pc:sldChg>
      <pc:sldChg chg="modSp mod">
        <pc:chgData name="Thiago Ney Evaristo Rodrigues" userId="fb50eefc1efb6381" providerId="LiveId" clId="{55D7238F-0C39-4C7B-9625-78947C5B06FF}" dt="2025-09-04T15:57:25.839" v="142" actId="12788"/>
        <pc:sldMkLst>
          <pc:docMk/>
          <pc:sldMk cId="3894030115" sldId="301"/>
        </pc:sldMkLst>
        <pc:spChg chg="mod">
          <ac:chgData name="Thiago Ney Evaristo Rodrigues" userId="fb50eefc1efb6381" providerId="LiveId" clId="{55D7238F-0C39-4C7B-9625-78947C5B06FF}" dt="2025-09-04T15:57:25.839" v="142" actId="12788"/>
          <ac:spMkLst>
            <pc:docMk/>
            <pc:sldMk cId="3894030115" sldId="301"/>
            <ac:spMk id="6" creationId="{F88B8A18-4647-C25D-34BD-CCC6C66B7D36}"/>
          </ac:spMkLst>
        </pc:spChg>
      </pc:sldChg>
      <pc:sldChg chg="modSp mod">
        <pc:chgData name="Thiago Ney Evaristo Rodrigues" userId="fb50eefc1efb6381" providerId="LiveId" clId="{55D7238F-0C39-4C7B-9625-78947C5B06FF}" dt="2025-09-04T15:45:43.403" v="136" actId="12788"/>
        <pc:sldMkLst>
          <pc:docMk/>
          <pc:sldMk cId="4128823105" sldId="307"/>
        </pc:sldMkLst>
        <pc:picChg chg="mod">
          <ac:chgData name="Thiago Ney Evaristo Rodrigues" userId="fb50eefc1efb6381" providerId="LiveId" clId="{55D7238F-0C39-4C7B-9625-78947C5B06FF}" dt="2025-09-04T15:45:43.403" v="136" actId="12788"/>
          <ac:picMkLst>
            <pc:docMk/>
            <pc:sldMk cId="4128823105" sldId="307"/>
            <ac:picMk id="9" creationId="{F310230A-8AF2-2770-BB9D-8D1D54D784BC}"/>
          </ac:picMkLst>
        </pc:picChg>
      </pc:sldChg>
      <pc:sldChg chg="modSp">
        <pc:chgData name="Thiago Ney Evaristo Rodrigues" userId="fb50eefc1efb6381" providerId="LiveId" clId="{55D7238F-0C39-4C7B-9625-78947C5B06FF}" dt="2025-09-04T15:46:00.846" v="137"/>
        <pc:sldMkLst>
          <pc:docMk/>
          <pc:sldMk cId="2125416589" sldId="312"/>
        </pc:sldMkLst>
        <pc:spChg chg="mod">
          <ac:chgData name="Thiago Ney Evaristo Rodrigues" userId="fb50eefc1efb6381" providerId="LiveId" clId="{55D7238F-0C39-4C7B-9625-78947C5B06FF}" dt="2025-09-04T15:46:00.846" v="137"/>
          <ac:spMkLst>
            <pc:docMk/>
            <pc:sldMk cId="2125416589" sldId="312"/>
            <ac:spMk id="7" creationId="{62C6711D-CD10-30B0-DB5E-425D3FA1AEC6}"/>
          </ac:spMkLst>
        </pc:spChg>
      </pc:sldChg>
    </pc:docChg>
  </pc:docChgLst>
  <pc:docChgLst>
    <pc:chgData name="Thiago Ney Evaristo Rodrigues" userId="fb50eefc1efb6381" providerId="LiveId" clId="{CDB8E314-E490-485E-BFDC-E1775CB67CF5}"/>
    <pc:docChg chg="undo redo custSel addSld delSld modSld sldOrd">
      <pc:chgData name="Thiago Ney Evaristo Rodrigues" userId="fb50eefc1efb6381" providerId="LiveId" clId="{CDB8E314-E490-485E-BFDC-E1775CB67CF5}" dt="2025-08-19T23:05:37.440" v="3243"/>
      <pc:docMkLst>
        <pc:docMk/>
      </pc:docMkLst>
      <pc:sldChg chg="del">
        <pc:chgData name="Thiago Ney Evaristo Rodrigues" userId="fb50eefc1efb6381" providerId="LiveId" clId="{CDB8E314-E490-485E-BFDC-E1775CB67CF5}" dt="2025-08-19T03:26:24.436" v="0" actId="47"/>
        <pc:sldMkLst>
          <pc:docMk/>
          <pc:sldMk cId="3536410419" sldId="264"/>
        </pc:sldMkLst>
      </pc:sldChg>
      <pc:sldChg chg="del">
        <pc:chgData name="Thiago Ney Evaristo Rodrigues" userId="fb50eefc1efb6381" providerId="LiveId" clId="{CDB8E314-E490-485E-BFDC-E1775CB67CF5}" dt="2025-08-19T03:26:24.654" v="1" actId="47"/>
        <pc:sldMkLst>
          <pc:docMk/>
          <pc:sldMk cId="280983118" sldId="265"/>
        </pc:sldMkLst>
      </pc:sldChg>
      <pc:sldChg chg="del">
        <pc:chgData name="Thiago Ney Evaristo Rodrigues" userId="fb50eefc1efb6381" providerId="LiveId" clId="{CDB8E314-E490-485E-BFDC-E1775CB67CF5}" dt="2025-08-19T03:26:24.871" v="2" actId="47"/>
        <pc:sldMkLst>
          <pc:docMk/>
          <pc:sldMk cId="3614048354" sldId="266"/>
        </pc:sldMkLst>
      </pc:sldChg>
      <pc:sldChg chg="del">
        <pc:chgData name="Thiago Ney Evaristo Rodrigues" userId="fb50eefc1efb6381" providerId="LiveId" clId="{CDB8E314-E490-485E-BFDC-E1775CB67CF5}" dt="2025-08-19T03:26:26.775" v="6" actId="47"/>
        <pc:sldMkLst>
          <pc:docMk/>
          <pc:sldMk cId="2936865589" sldId="267"/>
        </pc:sldMkLst>
      </pc:sldChg>
      <pc:sldChg chg="del">
        <pc:chgData name="Thiago Ney Evaristo Rodrigues" userId="fb50eefc1efb6381" providerId="LiveId" clId="{CDB8E314-E490-485E-BFDC-E1775CB67CF5}" dt="2025-08-19T03:26:27.664" v="8" actId="47"/>
        <pc:sldMkLst>
          <pc:docMk/>
          <pc:sldMk cId="872924692" sldId="268"/>
        </pc:sldMkLst>
      </pc:sldChg>
      <pc:sldChg chg="addSp delSp modSp mod modTransition">
        <pc:chgData name="Thiago Ney Evaristo Rodrigues" userId="fb50eefc1efb6381" providerId="LiveId" clId="{CDB8E314-E490-485E-BFDC-E1775CB67CF5}" dt="2025-08-19T23:05:37.440" v="3243"/>
        <pc:sldMkLst>
          <pc:docMk/>
          <pc:sldMk cId="2710463504" sldId="271"/>
        </pc:sldMkLst>
      </pc:sldChg>
      <pc:sldChg chg="addSp delSp modSp mod modTransition modShow">
        <pc:chgData name="Thiago Ney Evaristo Rodrigues" userId="fb50eefc1efb6381" providerId="LiveId" clId="{CDB8E314-E490-485E-BFDC-E1775CB67CF5}" dt="2025-08-19T23:05:37.440" v="3243"/>
        <pc:sldMkLst>
          <pc:docMk/>
          <pc:sldMk cId="1161736965" sldId="272"/>
        </pc:sldMkLst>
        <pc:spChg chg="mod">
          <ac:chgData name="Thiago Ney Evaristo Rodrigues" userId="fb50eefc1efb6381" providerId="LiveId" clId="{CDB8E314-E490-485E-BFDC-E1775CB67CF5}" dt="2025-08-19T04:06:32.569" v="551" actId="20577"/>
          <ac:spMkLst>
            <pc:docMk/>
            <pc:sldMk cId="1161736965" sldId="272"/>
            <ac:spMk id="2" creationId="{BBBC1C3D-C618-7C9D-E408-52E73CDCC102}"/>
          </ac:spMkLst>
        </pc:spChg>
        <pc:spChg chg="mod">
          <ac:chgData name="Thiago Ney Evaristo Rodrigues" userId="fb50eefc1efb6381" providerId="LiveId" clId="{CDB8E314-E490-485E-BFDC-E1775CB67CF5}" dt="2025-08-19T03:58:24.651" v="457" actId="6549"/>
          <ac:spMkLst>
            <pc:docMk/>
            <pc:sldMk cId="1161736965" sldId="272"/>
            <ac:spMk id="3" creationId="{0602F417-C2BA-82D2-A79A-BEAE1A782593}"/>
          </ac:spMkLst>
        </pc:spChg>
        <pc:spChg chg="mod ord">
          <ac:chgData name="Thiago Ney Evaristo Rodrigues" userId="fb50eefc1efb6381" providerId="LiveId" clId="{CDB8E314-E490-485E-BFDC-E1775CB67CF5}" dt="2025-08-19T04:06:55.108" v="558" actId="1076"/>
          <ac:spMkLst>
            <pc:docMk/>
            <pc:sldMk cId="1161736965" sldId="272"/>
            <ac:spMk id="10" creationId="{35B696B7-EAF9-43C8-FE97-AA60F7B69A41}"/>
          </ac:spMkLst>
        </pc:spChg>
        <pc:spChg chg="mod ord">
          <ac:chgData name="Thiago Ney Evaristo Rodrigues" userId="fb50eefc1efb6381" providerId="LiveId" clId="{CDB8E314-E490-485E-BFDC-E1775CB67CF5}" dt="2025-08-19T04:06:54.405" v="556" actId="1076"/>
          <ac:spMkLst>
            <pc:docMk/>
            <pc:sldMk cId="1161736965" sldId="272"/>
            <ac:spMk id="11" creationId="{C3DA79A5-1B9B-1336-8CD9-3885DA32B84D}"/>
          </ac:spMkLst>
        </pc:spChg>
      </pc:sldChg>
      <pc:sldChg chg="addSp delSp modSp add del mod">
        <pc:chgData name="Thiago Ney Evaristo Rodrigues" userId="fb50eefc1efb6381" providerId="LiveId" clId="{CDB8E314-E490-485E-BFDC-E1775CB67CF5}" dt="2025-08-19T03:36:51.581" v="114" actId="47"/>
        <pc:sldMkLst>
          <pc:docMk/>
          <pc:sldMk cId="485279989" sldId="273"/>
        </pc:sldMkLst>
      </pc:sldChg>
      <pc:sldChg chg="delSp modSp add mod ord modTransition modShow">
        <pc:chgData name="Thiago Ney Evaristo Rodrigues" userId="fb50eefc1efb6381" providerId="LiveId" clId="{CDB8E314-E490-485E-BFDC-E1775CB67CF5}" dt="2025-08-19T23:05:37.440" v="3243"/>
        <pc:sldMkLst>
          <pc:docMk/>
          <pc:sldMk cId="1206574297" sldId="273"/>
        </pc:sldMkLst>
      </pc:sldChg>
      <pc:sldChg chg="add">
        <pc:chgData name="Thiago Ney Evaristo Rodrigues" userId="fb50eefc1efb6381" providerId="LiveId" clId="{CDB8E314-E490-485E-BFDC-E1775CB67CF5}" dt="2025-08-19T03:26:35.017" v="10" actId="2890"/>
        <pc:sldMkLst>
          <pc:docMk/>
          <pc:sldMk cId="1257190996" sldId="273"/>
        </pc:sldMkLst>
      </pc:sldChg>
      <pc:sldChg chg="del">
        <pc:chgData name="Thiago Ney Evaristo Rodrigues" userId="fb50eefc1efb6381" providerId="LiveId" clId="{CDB8E314-E490-485E-BFDC-E1775CB67CF5}" dt="2025-08-19T03:26:25.968" v="4" actId="47"/>
        <pc:sldMkLst>
          <pc:docMk/>
          <pc:sldMk cId="1618868839" sldId="273"/>
        </pc:sldMkLst>
      </pc:sldChg>
      <pc:sldChg chg="addSp delSp modSp add mod modTransition">
        <pc:chgData name="Thiago Ney Evaristo Rodrigues" userId="fb50eefc1efb6381" providerId="LiveId" clId="{CDB8E314-E490-485E-BFDC-E1775CB67CF5}" dt="2025-08-19T23:05:37.440" v="3243"/>
        <pc:sldMkLst>
          <pc:docMk/>
          <pc:sldMk cId="3384704189" sldId="274"/>
        </pc:sldMkLst>
        <pc:spChg chg="mod">
          <ac:chgData name="Thiago Ney Evaristo Rodrigues" userId="fb50eefc1efb6381" providerId="LiveId" clId="{CDB8E314-E490-485E-BFDC-E1775CB67CF5}" dt="2025-08-19T14:53:28.670" v="1653" actId="20577"/>
          <ac:spMkLst>
            <pc:docMk/>
            <pc:sldMk cId="3384704189" sldId="274"/>
            <ac:spMk id="7" creationId="{535B97F7-282A-3DF3-5F61-1E9F6E21CDA9}"/>
          </ac:spMkLst>
        </pc:spChg>
        <pc:spChg chg="add mod topLvl">
          <ac:chgData name="Thiago Ney Evaristo Rodrigues" userId="fb50eefc1efb6381" providerId="LiveId" clId="{CDB8E314-E490-485E-BFDC-E1775CB67CF5}" dt="2025-08-19T15:22:33.873" v="1840" actId="115"/>
          <ac:spMkLst>
            <pc:docMk/>
            <pc:sldMk cId="3384704189" sldId="274"/>
            <ac:spMk id="8" creationId="{DA7DB3D6-169D-A3E5-6CCE-2424F4693484}"/>
          </ac:spMkLst>
        </pc:spChg>
      </pc:sldChg>
      <pc:sldChg chg="del">
        <pc:chgData name="Thiago Ney Evaristo Rodrigues" userId="fb50eefc1efb6381" providerId="LiveId" clId="{CDB8E314-E490-485E-BFDC-E1775CB67CF5}" dt="2025-08-19T03:26:25.468" v="3" actId="47"/>
        <pc:sldMkLst>
          <pc:docMk/>
          <pc:sldMk cId="3847462140" sldId="274"/>
        </pc:sldMkLst>
      </pc:sldChg>
      <pc:sldChg chg="del">
        <pc:chgData name="Thiago Ney Evaristo Rodrigues" userId="fb50eefc1efb6381" providerId="LiveId" clId="{CDB8E314-E490-485E-BFDC-E1775CB67CF5}" dt="2025-08-19T03:26:26.212" v="5" actId="47"/>
        <pc:sldMkLst>
          <pc:docMk/>
          <pc:sldMk cId="2318078833" sldId="275"/>
        </pc:sldMkLst>
      </pc:sldChg>
      <pc:sldChg chg="addSp delSp modSp add mod modTransition">
        <pc:chgData name="Thiago Ney Evaristo Rodrigues" userId="fb50eefc1efb6381" providerId="LiveId" clId="{CDB8E314-E490-485E-BFDC-E1775CB67CF5}" dt="2025-08-19T23:05:37.440" v="3243"/>
        <pc:sldMkLst>
          <pc:docMk/>
          <pc:sldMk cId="3554858252" sldId="275"/>
        </pc:sldMkLst>
      </pc:sldChg>
      <pc:sldChg chg="addSp delSp modSp add mod modTransition">
        <pc:chgData name="Thiago Ney Evaristo Rodrigues" userId="fb50eefc1efb6381" providerId="LiveId" clId="{CDB8E314-E490-485E-BFDC-E1775CB67CF5}" dt="2025-08-19T23:05:37.440" v="3243"/>
        <pc:sldMkLst>
          <pc:docMk/>
          <pc:sldMk cId="2462354445" sldId="276"/>
        </pc:sldMkLst>
      </pc:sldChg>
      <pc:sldChg chg="del">
        <pc:chgData name="Thiago Ney Evaristo Rodrigues" userId="fb50eefc1efb6381" providerId="LiveId" clId="{CDB8E314-E490-485E-BFDC-E1775CB67CF5}" dt="2025-08-19T03:26:28.144" v="9" actId="47"/>
        <pc:sldMkLst>
          <pc:docMk/>
          <pc:sldMk cId="4106440066" sldId="276"/>
        </pc:sldMkLst>
      </pc:sldChg>
      <pc:sldChg chg="addSp delSp modSp add mod replId modTransition">
        <pc:chgData name="Thiago Ney Evaristo Rodrigues" userId="fb50eefc1efb6381" providerId="LiveId" clId="{CDB8E314-E490-485E-BFDC-E1775CB67CF5}" dt="2025-08-19T23:05:37.440" v="3243"/>
        <pc:sldMkLst>
          <pc:docMk/>
          <pc:sldMk cId="1496372959" sldId="277"/>
        </pc:sldMkLst>
      </pc:sldChg>
      <pc:sldChg chg="del">
        <pc:chgData name="Thiago Ney Evaristo Rodrigues" userId="fb50eefc1efb6381" providerId="LiveId" clId="{CDB8E314-E490-485E-BFDC-E1775CB67CF5}" dt="2025-08-19T03:26:27.021" v="7" actId="47"/>
        <pc:sldMkLst>
          <pc:docMk/>
          <pc:sldMk cId="2120162573" sldId="277"/>
        </pc:sldMkLst>
      </pc:sldChg>
      <pc:sldChg chg="addSp delSp modSp del mod">
        <pc:chgData name="Thiago Ney Evaristo Rodrigues" userId="fb50eefc1efb6381" providerId="LiveId" clId="{CDB8E314-E490-485E-BFDC-E1775CB67CF5}" dt="2025-08-19T03:34:16.264" v="70" actId="47"/>
        <pc:sldMkLst>
          <pc:docMk/>
          <pc:sldMk cId="1257190996" sldId="278"/>
        </pc:sldMkLst>
      </pc:sldChg>
      <pc:sldChg chg="addSp delSp modSp add mod modTransition">
        <pc:chgData name="Thiago Ney Evaristo Rodrigues" userId="fb50eefc1efb6381" providerId="LiveId" clId="{CDB8E314-E490-485E-BFDC-E1775CB67CF5}" dt="2025-08-19T23:05:37.440" v="3243"/>
        <pc:sldMkLst>
          <pc:docMk/>
          <pc:sldMk cId="2544411512" sldId="278"/>
        </pc:sldMkLst>
      </pc:sldChg>
      <pc:sldChg chg="addSp delSp modSp add mod replId modTransition">
        <pc:chgData name="Thiago Ney Evaristo Rodrigues" userId="fb50eefc1efb6381" providerId="LiveId" clId="{CDB8E314-E490-485E-BFDC-E1775CB67CF5}" dt="2025-08-19T23:05:37.440" v="3243"/>
        <pc:sldMkLst>
          <pc:docMk/>
          <pc:sldMk cId="3228108186" sldId="279"/>
        </pc:sldMkLst>
      </pc:sldChg>
      <pc:sldChg chg="addSp delSp modSp add mod replId modTransition">
        <pc:chgData name="Thiago Ney Evaristo Rodrigues" userId="fb50eefc1efb6381" providerId="LiveId" clId="{CDB8E314-E490-485E-BFDC-E1775CB67CF5}" dt="2025-08-19T23:05:37.440" v="3243"/>
        <pc:sldMkLst>
          <pc:docMk/>
          <pc:sldMk cId="3445230944" sldId="280"/>
        </pc:sldMkLst>
      </pc:sldChg>
      <pc:sldChg chg="addSp delSp modSp add mod replId modTransition">
        <pc:chgData name="Thiago Ney Evaristo Rodrigues" userId="fb50eefc1efb6381" providerId="LiveId" clId="{CDB8E314-E490-485E-BFDC-E1775CB67CF5}" dt="2025-08-19T23:05:37.440" v="3243"/>
        <pc:sldMkLst>
          <pc:docMk/>
          <pc:sldMk cId="4029257523" sldId="281"/>
        </pc:sldMkLst>
      </pc:sldChg>
      <pc:sldChg chg="addSp delSp modSp add del mod">
        <pc:chgData name="Thiago Ney Evaristo Rodrigues" userId="fb50eefc1efb6381" providerId="LiveId" clId="{CDB8E314-E490-485E-BFDC-E1775CB67CF5}" dt="2025-08-19T22:25:21.993" v="2481" actId="47"/>
        <pc:sldMkLst>
          <pc:docMk/>
          <pc:sldMk cId="2982126972" sldId="282"/>
        </pc:sldMkLst>
      </pc:sldChg>
      <pc:sldChg chg="delSp add del mod">
        <pc:chgData name="Thiago Ney Evaristo Rodrigues" userId="fb50eefc1efb6381" providerId="LiveId" clId="{CDB8E314-E490-485E-BFDC-E1775CB67CF5}" dt="2025-08-19T22:32:08.828" v="2539" actId="47"/>
        <pc:sldMkLst>
          <pc:docMk/>
          <pc:sldMk cId="961217323" sldId="283"/>
        </pc:sldMkLst>
      </pc:sldChg>
      <pc:sldChg chg="addSp delSp modSp add mod modTransition">
        <pc:chgData name="Thiago Ney Evaristo Rodrigues" userId="fb50eefc1efb6381" providerId="LiveId" clId="{CDB8E314-E490-485E-BFDC-E1775CB67CF5}" dt="2025-08-19T23:05:37.440" v="3243"/>
        <pc:sldMkLst>
          <pc:docMk/>
          <pc:sldMk cId="3092909903" sldId="284"/>
        </pc:sldMkLst>
      </pc:sldChg>
      <pc:sldChg chg="addSp delSp modSp add mod ord modTransition">
        <pc:chgData name="Thiago Ney Evaristo Rodrigues" userId="fb50eefc1efb6381" providerId="LiveId" clId="{CDB8E314-E490-485E-BFDC-E1775CB67CF5}" dt="2025-08-19T23:05:37.440" v="3243"/>
        <pc:sldMkLst>
          <pc:docMk/>
          <pc:sldMk cId="4051431390" sldId="285"/>
        </pc:sldMkLst>
      </pc:sldChg>
      <pc:sldChg chg="addSp delSp modSp add mod modTransition">
        <pc:chgData name="Thiago Ney Evaristo Rodrigues" userId="fb50eefc1efb6381" providerId="LiveId" clId="{CDB8E314-E490-485E-BFDC-E1775CB67CF5}" dt="2025-08-19T23:05:37.440" v="3243"/>
        <pc:sldMkLst>
          <pc:docMk/>
          <pc:sldMk cId="297038157" sldId="286"/>
        </pc:sldMkLst>
      </pc:sldChg>
      <pc:sldChg chg="addSp delSp modSp add del mod">
        <pc:chgData name="Thiago Ney Evaristo Rodrigues" userId="fb50eefc1efb6381" providerId="LiveId" clId="{CDB8E314-E490-485E-BFDC-E1775CB67CF5}" dt="2025-08-19T22:28:02.487" v="2538" actId="47"/>
        <pc:sldMkLst>
          <pc:docMk/>
          <pc:sldMk cId="996914907" sldId="287"/>
        </pc:sldMkLst>
      </pc:sldChg>
      <pc:sldChg chg="add del">
        <pc:chgData name="Thiago Ney Evaristo Rodrigues" userId="fb50eefc1efb6381" providerId="LiveId" clId="{CDB8E314-E490-485E-BFDC-E1775CB67CF5}" dt="2025-08-19T22:23:15.476" v="2391" actId="2890"/>
        <pc:sldMkLst>
          <pc:docMk/>
          <pc:sldMk cId="4043046262" sldId="287"/>
        </pc:sldMkLst>
      </pc:sldChg>
      <pc:sldChg chg="add del replId">
        <pc:chgData name="Thiago Ney Evaristo Rodrigues" userId="fb50eefc1efb6381" providerId="LiveId" clId="{CDB8E314-E490-485E-BFDC-E1775CB67CF5}" dt="2025-08-19T22:23:15.476" v="2391" actId="2890"/>
        <pc:sldMkLst>
          <pc:docMk/>
          <pc:sldMk cId="1991174193" sldId="288"/>
        </pc:sldMkLst>
      </pc:sldChg>
      <pc:sldChg chg="add del replId">
        <pc:chgData name="Thiago Ney Evaristo Rodrigues" userId="fb50eefc1efb6381" providerId="LiveId" clId="{CDB8E314-E490-485E-BFDC-E1775CB67CF5}" dt="2025-08-19T22:23:15.476" v="2391" actId="2890"/>
        <pc:sldMkLst>
          <pc:docMk/>
          <pc:sldMk cId="950194000" sldId="289"/>
        </pc:sldMkLst>
      </pc:sldChg>
    </pc:docChg>
  </pc:docChgLst>
  <pc:docChgLst>
    <pc:chgData name="Thiago Ney Evaristo Rodrigues" userId="fb50eefc1efb6381" providerId="Windows Live" clId="Web-{7ACC5FD9-364D-82F7-346C-F5AE636F9869}"/>
    <pc:docChg chg="addSld delSld modSld sldOrd">
      <pc:chgData name="Thiago Ney Evaristo Rodrigues" userId="fb50eefc1efb6381" providerId="Windows Live" clId="Web-{7ACC5FD9-364D-82F7-346C-F5AE636F9869}" dt="2025-08-18T19:12:50.707" v="875" actId="20577"/>
      <pc:docMkLst>
        <pc:docMk/>
      </pc:docMkLst>
      <pc:sldChg chg="modSp">
        <pc:chgData name="Thiago Ney Evaristo Rodrigues" userId="fb50eefc1efb6381" providerId="Windows Live" clId="Web-{7ACC5FD9-364D-82F7-346C-F5AE636F9869}" dt="2025-08-18T17:35:39.455" v="104"/>
        <pc:sldMkLst>
          <pc:docMk/>
          <pc:sldMk cId="3536410419" sldId="264"/>
        </pc:sldMkLst>
      </pc:sldChg>
      <pc:sldChg chg="addSp modSp">
        <pc:chgData name="Thiago Ney Evaristo Rodrigues" userId="fb50eefc1efb6381" providerId="Windows Live" clId="Web-{7ACC5FD9-364D-82F7-346C-F5AE636F9869}" dt="2025-08-18T17:54:56.144" v="340" actId="14100"/>
        <pc:sldMkLst>
          <pc:docMk/>
          <pc:sldMk cId="280983118" sldId="265"/>
        </pc:sldMkLst>
      </pc:sldChg>
      <pc:sldChg chg="addSp modSp">
        <pc:chgData name="Thiago Ney Evaristo Rodrigues" userId="fb50eefc1efb6381" providerId="Windows Live" clId="Web-{7ACC5FD9-364D-82F7-346C-F5AE636F9869}" dt="2025-08-18T18:00:47.659" v="379" actId="20577"/>
        <pc:sldMkLst>
          <pc:docMk/>
          <pc:sldMk cId="3614048354" sldId="266"/>
        </pc:sldMkLst>
      </pc:sldChg>
      <pc:sldChg chg="addSp delSp modSp">
        <pc:chgData name="Thiago Ney Evaristo Rodrigues" userId="fb50eefc1efb6381" providerId="Windows Live" clId="Web-{7ACC5FD9-364D-82F7-346C-F5AE636F9869}" dt="2025-08-18T18:54:12.957" v="766" actId="20577"/>
        <pc:sldMkLst>
          <pc:docMk/>
          <pc:sldMk cId="2936865589" sldId="267"/>
        </pc:sldMkLst>
      </pc:sldChg>
      <pc:sldChg chg="addSp delSp modSp">
        <pc:chgData name="Thiago Ney Evaristo Rodrigues" userId="fb50eefc1efb6381" providerId="Windows Live" clId="Web-{7ACC5FD9-364D-82F7-346C-F5AE636F9869}" dt="2025-08-18T19:12:50.707" v="875" actId="20577"/>
        <pc:sldMkLst>
          <pc:docMk/>
          <pc:sldMk cId="872924692" sldId="268"/>
        </pc:sldMkLst>
      </pc:sldChg>
      <pc:sldChg chg="delSp modSp add replId">
        <pc:chgData name="Thiago Ney Evaristo Rodrigues" userId="fb50eefc1efb6381" providerId="Windows Live" clId="Web-{7ACC5FD9-364D-82F7-346C-F5AE636F9869}" dt="2025-08-18T18:04:12.801" v="399" actId="20577"/>
        <pc:sldMkLst>
          <pc:docMk/>
          <pc:sldMk cId="1618868839" sldId="273"/>
        </pc:sldMkLst>
      </pc:sldChg>
      <pc:sldChg chg="delSp modSp add del replId">
        <pc:chgData name="Thiago Ney Evaristo Rodrigues" userId="fb50eefc1efb6381" providerId="Windows Live" clId="Web-{7ACC5FD9-364D-82F7-346C-F5AE636F9869}" dt="2025-08-18T18:01:18.317" v="388"/>
        <pc:sldMkLst>
          <pc:docMk/>
          <pc:sldMk cId="3866793740" sldId="273"/>
        </pc:sldMkLst>
      </pc:sldChg>
      <pc:sldChg chg="modSp add replId">
        <pc:chgData name="Thiago Ney Evaristo Rodrigues" userId="fb50eefc1efb6381" providerId="Windows Live" clId="Web-{7ACC5FD9-364D-82F7-346C-F5AE636F9869}" dt="2025-08-18T18:08:48.729" v="405"/>
        <pc:sldMkLst>
          <pc:docMk/>
          <pc:sldMk cId="3847462140" sldId="274"/>
        </pc:sldMkLst>
      </pc:sldChg>
      <pc:sldChg chg="addSp delSp modSp add ord replId">
        <pc:chgData name="Thiago Ney Evaristo Rodrigues" userId="fb50eefc1efb6381" providerId="Windows Live" clId="Web-{7ACC5FD9-364D-82F7-346C-F5AE636F9869}" dt="2025-08-18T18:53:07.904" v="730" actId="20577"/>
        <pc:sldMkLst>
          <pc:docMk/>
          <pc:sldMk cId="2318078833" sldId="275"/>
        </pc:sldMkLst>
      </pc:sldChg>
      <pc:sldChg chg="delSp modSp add del replId">
        <pc:chgData name="Thiago Ney Evaristo Rodrigues" userId="fb50eefc1efb6381" providerId="Windows Live" clId="Web-{7ACC5FD9-364D-82F7-346C-F5AE636F9869}" dt="2025-08-18T18:51:34.427" v="723"/>
        <pc:sldMkLst>
          <pc:docMk/>
          <pc:sldMk cId="1319517906" sldId="276"/>
        </pc:sldMkLst>
      </pc:sldChg>
      <pc:sldChg chg="delSp modSp add replId">
        <pc:chgData name="Thiago Ney Evaristo Rodrigues" userId="fb50eefc1efb6381" providerId="Windows Live" clId="Web-{7ACC5FD9-364D-82F7-346C-F5AE636F9869}" dt="2025-08-18T19:10:08.366" v="836" actId="20577"/>
        <pc:sldMkLst>
          <pc:docMk/>
          <pc:sldMk cId="4106440066" sldId="276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94AB0-1E18-E3BD-0D89-0F2B39F1F9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242A391-416C-6324-35B5-6680DE9EA9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9A9110A-2E3A-2EE6-4196-B306C409D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04/09/2025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8F500F-F0D3-F0C4-D6ED-BEB7925D8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6EB2728-2DF4-9932-3609-DB5A50597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78393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1A1491-7304-B195-119C-852A40D07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B4978C-7424-55D5-4170-7D9092D25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2FA7A6F-3319-9311-1A7D-D3124FEBF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04/09/2025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99EADC2-E026-05FB-A1B7-5F3B0BA38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9157A79-A7C5-A36C-2D73-91A19124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5183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8F288D-8F08-3A91-5E2E-26A09BC06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0B1FD63-258A-EB89-8156-1BAB7CF45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420870C-2700-D520-B7AE-39670ED23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04/09/2025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353727F-3B41-BFB2-FA7D-1D20E0AFA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2019922-BDB4-9C01-6C77-9E9EAC52C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035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3C1907-7FCD-1DD6-158B-F1E96A32D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BBF71E4-E2CE-6630-05FE-94363C0628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A991F6F-269A-BC1E-549A-207ED72539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FEF0235-EA4B-F593-66C5-064AB7F61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04/09/2025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70F3C44-3CB8-EBE7-A8FE-A45C0184E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F11CC82-7FB2-4FD8-F878-3F5C40E70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534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93803-BECE-BFCD-135A-4CCE4DD21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335A254-E72E-7877-0BDF-E8DD1D2108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AF19733-E11C-83A1-F7D9-6BF4E0636F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E227491-4479-905B-2671-49C40377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4CD39BC-EF13-70EA-11B9-B18D32E214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1EC786E-2E3F-4E6F-BB12-387BA1AF9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04/09/2025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1BE42C8E-9B2A-6477-8215-641CE886D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2BBC0A8-05B6-64AC-C75D-976BF6899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7031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13155B-171C-DBAD-81E9-F07B0E520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917C7983-C3AD-D599-60CF-F1BCF1317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04/09/2025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6ED5DE4-2727-4579-01C3-87B9316A5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FA2C8A-DF65-1055-C19C-66D6C9DB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03003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48B0656-74E7-010F-7E3A-CF64CF453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04/09/2025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D6D77FD-6988-EF4E-6054-95C0275F2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EBF5A7-4380-DFF0-E001-189A88ECB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291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2B067-213E-5CFF-91BC-F9EEBB28B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622033D-894F-0F33-2622-9D936096D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2E1C1A8-5CEE-5280-2B7A-2CFA11D93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46C5E73-49CD-F471-395C-176438EB6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04/09/2025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B8FEE7B-AC09-3EB5-28DE-AFC04B3D8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A0DBC14-5F4B-6D05-1B7B-46146FD84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8162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E54A0E-6ADF-9680-9E1A-CD24E0E74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F18FC513-BD16-CF2F-25FA-B554F55584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FB20FF6-0157-0BEF-6667-8DF40C2430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80A42C2-8E71-E725-FBD8-41A4C9ED6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04/09/2025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EB04A11-E343-76EB-A6DB-350D5CF07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BC344E3-CADD-6A5A-527B-8D3D03C53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355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742E4E-45EE-F184-1B82-31A982049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6788262-182E-8491-DABB-58BBC87D1C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C0425B2-8DD7-296A-A18C-51004DECE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04/09/2025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B98CBD4-DB7F-8826-1D75-1E537DEC2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F737D61-F1FC-4F85-2E47-16E9123A5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6933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8CFB4BC-5194-1920-F096-8E46CB748C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47E596C-B254-C409-1A90-A24EEE5E5B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5F26E11-8A1C-36B2-9EBD-EF03E6176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04/09/2025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F8829EF-FC31-48AB-56B7-97CD14886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9CB0D27-0934-D7C2-6084-2A183C4DB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3379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E385827-962B-5524-AC3A-2D23CE540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25265B4-6718-1895-3ACE-2C70E502E2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75E4F67-6F87-2D6D-A7A5-6B9518B767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F18234-2FBA-41B5-BFE7-D52526C53AEF}" type="datetimeFigureOut">
              <a:rPr lang="pt-BR" smtClean="0"/>
              <a:t>04/09/2025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EED8F68-1465-A3F4-54E0-C036ABEA6E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06CA216-4665-66AB-98E3-465192E690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8513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A12D2-D782-DEE3-0841-7B3EAF912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C3DA79A5-1B9B-1336-8CD9-3885DA32B84D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</a:endParaRP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D6497BB-23FE-6C07-1264-806B7250E8EF}"/>
              </a:ext>
            </a:extLst>
          </p:cNvPr>
          <p:cNvSpPr/>
          <p:nvPr/>
        </p:nvSpPr>
        <p:spPr>
          <a:xfrm>
            <a:off x="360000" y="3742839"/>
            <a:ext cx="10800000" cy="9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BBC1C3D-C618-7C9D-E408-52E73CDCC1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0244" y="362177"/>
            <a:ext cx="4409908" cy="2700000"/>
          </a:xfrm>
        </p:spPr>
        <p:txBody>
          <a:bodyPr lIns="90000" anchor="b">
            <a:normAutofit/>
          </a:bodyPr>
          <a:lstStyle/>
          <a:p>
            <a:pPr algn="r"/>
            <a:r>
              <a:rPr lang="pt-BR" sz="3200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LISTA DE EXERCÍCIOS</a:t>
            </a:r>
            <a:br>
              <a:rPr lang="pt-BR" sz="3200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</a:br>
            <a:br>
              <a:rPr lang="pt-BR" sz="3200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</a:br>
            <a:r>
              <a:rPr lang="pt-BR" sz="3200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APRENDIZAGEM PROFUNDO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602F417-C2BA-82D2-A79A-BEAE1A7825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0244" y="4406965"/>
            <a:ext cx="4409909" cy="1876909"/>
          </a:xfrm>
        </p:spPr>
        <p:txBody>
          <a:bodyPr>
            <a:noAutofit/>
          </a:bodyPr>
          <a:lstStyle/>
          <a:p>
            <a:pPr algn="r">
              <a:lnSpc>
                <a:spcPct val="100000"/>
              </a:lnSpc>
            </a:pPr>
            <a:r>
              <a:rPr lang="pt-BR" sz="1800">
                <a:solidFill>
                  <a:schemeClr val="bg1"/>
                </a:solidFill>
                <a:latin typeface="Fjalla One" panose="02000506040000020004" pitchFamily="2" charset="0"/>
                <a:cs typeface="Catamaran" panose="020B0604020202020204" charset="0"/>
              </a:rPr>
              <a:t>Thiago Ney Evaristo Rodrigues</a:t>
            </a:r>
          </a:p>
          <a:p>
            <a:pPr algn="r">
              <a:lnSpc>
                <a:spcPct val="100000"/>
              </a:lnSpc>
            </a:pPr>
            <a:r>
              <a:rPr lang="pt-BR" sz="1800">
                <a:solidFill>
                  <a:schemeClr val="bg1"/>
                </a:solidFill>
                <a:latin typeface="Fjalla One" panose="02000506040000020004" pitchFamily="2" charset="0"/>
                <a:cs typeface="Catamaran" panose="020B0604020202020204" charset="0"/>
              </a:rPr>
              <a:t>Villeneve de Oliveira Soares</a:t>
            </a:r>
          </a:p>
          <a:p>
            <a:pPr algn="r">
              <a:lnSpc>
                <a:spcPct val="100000"/>
              </a:lnSpc>
            </a:pPr>
            <a:endParaRPr lang="pt-BR" sz="1800">
              <a:solidFill>
                <a:schemeClr val="bg1"/>
              </a:solidFill>
              <a:latin typeface="Fjalla One" panose="02000506040000020004" pitchFamily="2" charset="0"/>
              <a:cs typeface="Catamaran" panose="020B0604020202020204" charset="0"/>
            </a:endParaRPr>
          </a:p>
          <a:p>
            <a:pPr algn="r">
              <a:lnSpc>
                <a:spcPct val="100000"/>
              </a:lnSpc>
            </a:pPr>
            <a:r>
              <a:rPr lang="pt-BR" sz="1800">
                <a:solidFill>
                  <a:schemeClr val="bg1"/>
                </a:solidFill>
                <a:latin typeface="Fjalla One" panose="02000506040000020004" pitchFamily="2" charset="0"/>
                <a:cs typeface="Catamaran" panose="020B0604020202020204" charset="0"/>
              </a:rPr>
              <a:t>Dr. Tiago </a:t>
            </a:r>
            <a:r>
              <a:rPr lang="pt-BR" sz="1800" err="1">
                <a:solidFill>
                  <a:schemeClr val="bg1"/>
                </a:solidFill>
                <a:latin typeface="Fjalla One" panose="02000506040000020004" pitchFamily="2" charset="0"/>
                <a:cs typeface="Catamaran" panose="020B0604020202020204" charset="0"/>
              </a:rPr>
              <a:t>Maritan</a:t>
            </a:r>
            <a:r>
              <a:rPr lang="pt-BR" sz="1800">
                <a:solidFill>
                  <a:schemeClr val="bg1"/>
                </a:solidFill>
                <a:latin typeface="Fjalla One" panose="02000506040000020004" pitchFamily="2" charset="0"/>
                <a:cs typeface="Catamaran" panose="020B0604020202020204" charset="0"/>
              </a:rPr>
              <a:t> (Professor)</a:t>
            </a:r>
          </a:p>
          <a:p>
            <a:pPr algn="r">
              <a:lnSpc>
                <a:spcPct val="100000"/>
              </a:lnSpc>
            </a:pPr>
            <a:endParaRPr lang="pt-BR" sz="1800">
              <a:solidFill>
                <a:schemeClr val="bg1"/>
              </a:solidFill>
              <a:latin typeface="Fjalla One" panose="02000506040000020004" pitchFamily="2" charset="0"/>
              <a:cs typeface="Catamaran" panose="020B0604020202020204" charset="0"/>
            </a:endParaRPr>
          </a:p>
        </p:txBody>
      </p: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F4C309D6-0969-3743-0B15-E0F3476062B3}"/>
              </a:ext>
            </a:extLst>
          </p:cNvPr>
          <p:cNvGrpSpPr/>
          <p:nvPr/>
        </p:nvGrpSpPr>
        <p:grpSpPr>
          <a:xfrm>
            <a:off x="4790397" y="0"/>
            <a:ext cx="7401603" cy="6858000"/>
            <a:chOff x="4790397" y="0"/>
            <a:chExt cx="7401603" cy="6858000"/>
          </a:xfrm>
        </p:grpSpPr>
        <p:sp>
          <p:nvSpPr>
            <p:cNvPr id="5" name="Retângulo 4">
              <a:extLst>
                <a:ext uri="{FF2B5EF4-FFF2-40B4-BE49-F238E27FC236}">
                  <a16:creationId xmlns:a16="http://schemas.microsoft.com/office/drawing/2014/main" id="{1DEDD649-CFCC-0E20-0CB6-B174289799CF}"/>
                </a:ext>
              </a:extLst>
            </p:cNvPr>
            <p:cNvSpPr/>
            <p:nvPr/>
          </p:nvSpPr>
          <p:spPr>
            <a:xfrm>
              <a:off x="4790398" y="0"/>
              <a:ext cx="7401600" cy="685800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9DAB72DB-0382-1085-9E35-BF64833025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90397" y="961799"/>
              <a:ext cx="7401603" cy="4934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Retângulo 9">
            <a:extLst>
              <a:ext uri="{FF2B5EF4-FFF2-40B4-BE49-F238E27FC236}">
                <a16:creationId xmlns:a16="http://schemas.microsoft.com/office/drawing/2014/main" id="{35B696B7-EAF9-43C8-FE97-AA60F7B69A41}"/>
              </a:ext>
            </a:extLst>
          </p:cNvPr>
          <p:cNvSpPr/>
          <p:nvPr/>
        </p:nvSpPr>
        <p:spPr>
          <a:xfrm>
            <a:off x="4790400" y="0"/>
            <a:ext cx="7401600" cy="6858000"/>
          </a:xfrm>
          <a:prstGeom prst="rect">
            <a:avLst/>
          </a:prstGeom>
          <a:solidFill>
            <a:srgbClr val="0F204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7369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3D6F1-C615-D10F-9B28-D48C32A7C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5F149A1-E7E5-E7C5-A01C-D5B984642D6A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535B97F7-282A-3DF3-5F61-1E9F6E21C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1. Enunciado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DA7DB3D6-169D-A3E5-6CCE-2424F4693484}"/>
                  </a:ext>
                </a:extLst>
              </p:cNvPr>
              <p:cNvSpPr txBox="1"/>
              <p:nvPr/>
            </p:nvSpPr>
            <p:spPr>
              <a:xfrm>
                <a:off x="725347" y="2120802"/>
                <a:ext cx="10741306" cy="3696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>
                    <a:solidFill>
                      <a:srgbClr val="0F2040"/>
                    </a:solidFill>
                  </a:rPr>
                  <a:t>Implemente uma rede MLP e utilize-a para aproximar as funções abaixo.  </a:t>
                </a:r>
                <a:br>
                  <a:rPr lang="pt-BR">
                    <a:solidFill>
                      <a:srgbClr val="0F2040"/>
                    </a:solidFill>
                  </a:rPr>
                </a:br>
                <a:endParaRPr lang="pt-BR">
                  <a:solidFill>
                    <a:srgbClr val="0F2040"/>
                  </a:solidFill>
                </a:endParaRPr>
              </a:p>
              <a:p>
                <a:pPr marL="342900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pt-BR" b="1" i="1" dirty="0" smtClean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sSub>
                      <m:sSubPr>
                        <m:ctrlPr>
                          <a:rPr lang="en-US" b="1" i="1" dirty="0" smtClean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0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𝟏𝟎</m:t>
                        </m:r>
                      </m:sub>
                    </m:sSub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),  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𝒐𝒏𝒅𝒆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𝟏𝟎</m:t>
                    </m:r>
                  </m:oMath>
                </a14:m>
                <a:endParaRPr lang="pt-BR" b="1">
                  <a:solidFill>
                    <a:srgbClr val="0F2040"/>
                  </a:solidFill>
                </a:endParaRPr>
              </a:p>
              <a:p>
                <a:pPr marL="342900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pt-BR" b="1" i="1" dirty="0" smtClean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d>
                      <m:dPr>
                        <m:ctrlP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𝟏𝟎</m:t>
                    </m:r>
                    <m:sSup>
                      <m:sSupPr>
                        <m:ctrlP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𝟓</m:t>
                        </m:r>
                      </m:sup>
                    </m:sSup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𝟓</m:t>
                    </m:r>
                    <m:sSup>
                      <m:sSupPr>
                        <m:ctrlP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</m:sup>
                    </m:sSup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sSup>
                      <m:sSupPr>
                        <m:ctrlP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–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𝟓</m:t>
                    </m:r>
                    <m:sSup>
                      <m:sSupPr>
                        <m:ctrlP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𝒐𝒏𝒅𝒆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𝟓</m:t>
                    </m:r>
                  </m:oMath>
                </a14:m>
                <a:endParaRPr lang="pt-BR" b="1">
                  <a:solidFill>
                    <a:srgbClr val="0F2040"/>
                  </a:solidFill>
                </a:endParaRPr>
              </a:p>
              <a:p>
                <a:endParaRPr lang="pt-BR">
                  <a:solidFill>
                    <a:srgbClr val="0F2040"/>
                  </a:solidFill>
                </a:endParaRPr>
              </a:p>
              <a:p>
                <a:r>
                  <a:rPr lang="pt-BR">
                    <a:solidFill>
                      <a:srgbClr val="0F2040"/>
                    </a:solidFill>
                  </a:rPr>
                  <a:t>Para cada função a ser aproximada, gere um conjunto de treinamento e um conjunto de testes. </a:t>
                </a:r>
              </a:p>
              <a:p>
                <a:endParaRPr lang="pt-BR">
                  <a:solidFill>
                    <a:srgbClr val="0F2040"/>
                  </a:solidFill>
                </a:endParaRPr>
              </a:p>
              <a:p>
                <a:r>
                  <a:rPr lang="pt-BR">
                    <a:solidFill>
                      <a:srgbClr val="0F2040"/>
                    </a:solidFill>
                  </a:rPr>
                  <a:t>Nesses conjuntos, cada amostra deve ser representada da seguinte forma: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>
                    <a:solidFill>
                      <a:srgbClr val="0F2040"/>
                    </a:solidFill>
                  </a:rPr>
                  <a:t>X é a entrada e f(x) é a saída desejada (rótulo)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>
                    <a:solidFill>
                      <a:srgbClr val="0F2040"/>
                    </a:solidFill>
                  </a:rPr>
                  <a:t>Treine uma MLP para que ela aprenda a aproximar a função a partir do conjunto de treinamento, e vá testando com o conjunto de validação.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>
                    <a:solidFill>
                      <a:srgbClr val="0F2040"/>
                    </a:solidFill>
                  </a:rPr>
                  <a:t>Apresente os gráficos das funções reais vs. funções aproximadas e as curvas de erro de treinamento e validação.</a:t>
                </a:r>
              </a:p>
            </p:txBody>
          </p:sp>
        </mc:Choice>
        <mc:Fallback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DA7DB3D6-169D-A3E5-6CCE-2424F46934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47" y="2120802"/>
                <a:ext cx="10741306" cy="3696397"/>
              </a:xfrm>
              <a:prstGeom prst="rect">
                <a:avLst/>
              </a:prstGeom>
              <a:blipFill>
                <a:blip r:embed="rId2"/>
                <a:stretch>
                  <a:fillRect l="-511" t="-990" b="-1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tângulo 1">
            <a:extLst>
              <a:ext uri="{FF2B5EF4-FFF2-40B4-BE49-F238E27FC236}">
                <a16:creationId xmlns:a16="http://schemas.microsoft.com/office/drawing/2014/main" id="{8F999718-D456-56D5-59AB-2C7C69B2C8B6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41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05D4F-D54B-BDB7-9B8E-75D9860E4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4731D43-DB83-AFE4-30E1-1F33B8794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0375" y="3999670"/>
            <a:ext cx="8511250" cy="2829462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E1158F8B-3F6A-C9F0-32E7-37A32CF37E37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8A5FC029-A3A4-C425-A804-DE0AA51A7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1. a) Pré-processamento dos Dados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EAC4568-0C7D-5685-5425-358183A4E3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1847" y="1234795"/>
            <a:ext cx="4828306" cy="2581211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59A50777-12B1-287C-3055-45B411DFC26C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8167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790DC-06AE-FBC0-120B-20F9FCDD0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2911948D-25E0-ACA6-88E2-5F5885DA2308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FF4D83AE-8F22-5695-53A5-7D8C4F2E4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1. a) Criação do Modelo e Treinamento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48E2596-AED1-96E9-71FA-15C3078E0D6C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D9DC4CEF-716D-4A10-1ABD-6514F4FAC6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41" y="2051317"/>
            <a:ext cx="6178581" cy="1870925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26401D31-7E78-1117-BED2-1201E05936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341" y="4670318"/>
            <a:ext cx="6178581" cy="1216365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DCD6E762-F3FC-FFB4-1C5B-7901AFA1D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5276" y="2388639"/>
            <a:ext cx="4583384" cy="3160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2025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B8EA9-5E78-7FBE-38ED-B3FA7F8A6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7854A7AD-1E57-ACA6-8F39-6963AFC681F8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417E677B-9435-F878-D223-483BD7DB0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1. a) Avaliação do Modelo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BBEC986-A9B3-2E89-C73F-B93217D22423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5C128E83-A07F-AF52-1EA5-8080BF775FAB}"/>
              </a:ext>
            </a:extLst>
          </p:cNvPr>
          <p:cNvGrpSpPr/>
          <p:nvPr/>
        </p:nvGrpSpPr>
        <p:grpSpPr>
          <a:xfrm>
            <a:off x="1856347" y="1802063"/>
            <a:ext cx="8479307" cy="4333875"/>
            <a:chOff x="25612" y="1802063"/>
            <a:chExt cx="8479307" cy="4333875"/>
          </a:xfrm>
        </p:grpSpPr>
        <p:sp>
          <p:nvSpPr>
            <p:cNvPr id="2" name="CaixaDeTexto 1">
              <a:extLst>
                <a:ext uri="{FF2B5EF4-FFF2-40B4-BE49-F238E27FC236}">
                  <a16:creationId xmlns:a16="http://schemas.microsoft.com/office/drawing/2014/main" id="{23750A1D-62A0-1272-3321-55C2B1954E35}"/>
                </a:ext>
              </a:extLst>
            </p:cNvPr>
            <p:cNvSpPr txBox="1"/>
            <p:nvPr/>
          </p:nvSpPr>
          <p:spPr>
            <a:xfrm>
              <a:off x="25612" y="3319559"/>
              <a:ext cx="2493818" cy="1298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pt-BR">
                  <a:solidFill>
                    <a:srgbClr val="0F2040"/>
                  </a:solidFill>
                </a:rPr>
                <a:t>R2 Score: 0.99957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pt-BR">
                  <a:solidFill>
                    <a:srgbClr val="0F2040"/>
                  </a:solidFill>
                </a:rPr>
                <a:t>MSE: 3.14189e-05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pt-BR">
                  <a:solidFill>
                    <a:srgbClr val="0F2040"/>
                  </a:solidFill>
                </a:rPr>
                <a:t>MAE: 0.00467</a:t>
              </a:r>
            </a:p>
          </p:txBody>
        </p:sp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80AE42C4-63E2-28AE-D419-89B9C4BFA6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04244" y="1802063"/>
              <a:ext cx="5400675" cy="43338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60685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735E0-A27B-8FD2-63D7-D22CF4114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087AD681-3FF2-47D5-2795-C71EB5DB4444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876A9219-64C8-B0D9-9DBF-7B51597DD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1. b) Pré-processamento dos Dados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0FF93F5-243C-E242-E652-A53466A3957A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16B5225-47CE-6486-1831-63E6CB9B3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410" y="1234795"/>
            <a:ext cx="5493180" cy="2581211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80B132FF-36AE-6830-E453-84683A118E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0375" y="3999670"/>
            <a:ext cx="8511250" cy="282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5261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EDB6E-811C-00C3-47EB-3F2206DB3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8E1CB630-73A2-69B2-B46F-C0D6BF3FF1C2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740A04C2-78D3-111E-7095-1942F742C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1. b) Criação do Modelo e Treinamento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CA0CA99-CAD8-277D-BC54-B26507BBBA05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9F5D1BDF-1ED4-94A8-1AD9-50EE6D11D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151" y="2257396"/>
            <a:ext cx="4876800" cy="3423209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BA5B546-C7A1-803D-E02A-2F4598502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50" y="2310439"/>
            <a:ext cx="5539085" cy="1677281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7847BB5F-CC11-5E79-DC10-60C8E925AE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050" y="4542088"/>
            <a:ext cx="5513709" cy="108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2408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CB6D6-230C-7DC4-EF50-04AB2161C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35772211-AE77-FD98-581E-7854C7930091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DFE211BE-879F-8C16-2671-06882AE6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1. b) Avaliação do Modelo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F076F86C-2815-74F8-8ADA-A9C01E6AC6F8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7DA39BFE-C4AE-1756-690A-B10221B5A153}"/>
              </a:ext>
            </a:extLst>
          </p:cNvPr>
          <p:cNvGrpSpPr/>
          <p:nvPr/>
        </p:nvGrpSpPr>
        <p:grpSpPr>
          <a:xfrm>
            <a:off x="1736418" y="1773488"/>
            <a:ext cx="8719164" cy="4362450"/>
            <a:chOff x="1433945" y="1773488"/>
            <a:chExt cx="8719164" cy="4362450"/>
          </a:xfrm>
        </p:grpSpPr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2BDC4478-DE38-0D02-F757-646E77082F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42884" y="1773488"/>
              <a:ext cx="5610225" cy="4362450"/>
            </a:xfrm>
            <a:prstGeom prst="rect">
              <a:avLst/>
            </a:prstGeom>
          </p:spPr>
        </p:pic>
        <p:sp>
          <p:nvSpPr>
            <p:cNvPr id="2" name="CaixaDeTexto 1">
              <a:extLst>
                <a:ext uri="{FF2B5EF4-FFF2-40B4-BE49-F238E27FC236}">
                  <a16:creationId xmlns:a16="http://schemas.microsoft.com/office/drawing/2014/main" id="{D9196FCA-D600-0233-C1F1-B35B8948F5D3}"/>
                </a:ext>
              </a:extLst>
            </p:cNvPr>
            <p:cNvSpPr txBox="1"/>
            <p:nvPr/>
          </p:nvSpPr>
          <p:spPr>
            <a:xfrm>
              <a:off x="1433945" y="3319559"/>
              <a:ext cx="2842719" cy="1298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pt-BR">
                  <a:solidFill>
                    <a:srgbClr val="0F2040"/>
                  </a:solidFill>
                </a:rPr>
                <a:t>R2 Score: 0.99894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pt-BR">
                  <a:solidFill>
                    <a:srgbClr val="0F2040"/>
                  </a:solidFill>
                </a:rPr>
                <a:t>MSE: 9.61435e-05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pt-BR">
                  <a:solidFill>
                    <a:srgbClr val="0F2040"/>
                  </a:solidFill>
                </a:rPr>
                <a:t>MAE: 0.00653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30797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EED9-1DE3-7403-7F1F-08F6C340C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0F14B05F-835E-7362-2E5C-AAA9068C5FF2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C94EA28A-CAA6-F18E-FC82-9023242A0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2. Enunciado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CBD4F87-043E-F6BA-AB3D-014C10773043}"/>
              </a:ext>
            </a:extLst>
          </p:cNvPr>
          <p:cNvSpPr txBox="1"/>
          <p:nvPr/>
        </p:nvSpPr>
        <p:spPr>
          <a:xfrm>
            <a:off x="725347" y="1568343"/>
            <a:ext cx="10741306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>
                <a:solidFill>
                  <a:srgbClr val="0F2040"/>
                </a:solidFill>
              </a:rPr>
              <a:t>O conjunto de dados </a:t>
            </a:r>
            <a:r>
              <a:rPr lang="pt-BR" b="1" err="1">
                <a:solidFill>
                  <a:srgbClr val="0F2040"/>
                </a:solidFill>
              </a:rPr>
              <a:t>Wine</a:t>
            </a:r>
            <a:r>
              <a:rPr lang="pt-BR" b="1">
                <a:solidFill>
                  <a:srgbClr val="0F2040"/>
                </a:solidFill>
              </a:rPr>
              <a:t>  </a:t>
            </a:r>
            <a:r>
              <a:rPr lang="pt-BR" b="1" err="1">
                <a:solidFill>
                  <a:srgbClr val="0F2040"/>
                </a:solidFill>
              </a:rPr>
              <a:t>Quality</a:t>
            </a:r>
            <a:r>
              <a:rPr lang="pt-BR" b="1">
                <a:solidFill>
                  <a:srgbClr val="0F2040"/>
                </a:solidFill>
              </a:rPr>
              <a:t>  Dataset </a:t>
            </a:r>
            <a:r>
              <a:rPr lang="pt-BR">
                <a:solidFill>
                  <a:srgbClr val="0F2040"/>
                </a:solidFill>
              </a:rPr>
              <a:t>contém medições físico-químicas de vinhos (como acidez, teor alcoólico e pH) e uma nota de qualidade atribuída por especialistas. Esse problema é amplamente utilizado para estudo de classificação supervisionada, pois envolve a relação entre variáveis químicas e uma avaliação subjetiva de qualidade.</a:t>
            </a:r>
          </a:p>
          <a:p>
            <a:endParaRPr lang="pt-BR">
              <a:solidFill>
                <a:srgbClr val="0F204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Aplique as técnicas de pré-processamento de dados vistas em salas de aula.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Em seguida, divida os dados em conjuntos  de  treinamento  e  de  teste,  e  implemente  e  treine  uma  </a:t>
            </a:r>
            <a:r>
              <a:rPr lang="pt-BR" b="1">
                <a:solidFill>
                  <a:srgbClr val="0F2040"/>
                </a:solidFill>
              </a:rPr>
              <a:t>MLP para classificar a qualidade de vinhos</a:t>
            </a:r>
            <a:r>
              <a:rPr lang="pt-BR">
                <a:solidFill>
                  <a:srgbClr val="0F2040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Apresente  também  as  curvas  de  erro  de  treinamento  e  validação,  e  calcule  a  matriz  de confusão. </a:t>
            </a:r>
          </a:p>
          <a:p>
            <a:r>
              <a:rPr lang="pt-BR">
                <a:solidFill>
                  <a:srgbClr val="0F2040"/>
                </a:solidFill>
              </a:rPr>
              <a:t> </a:t>
            </a:r>
          </a:p>
          <a:p>
            <a:r>
              <a:rPr lang="pt-BR">
                <a:solidFill>
                  <a:srgbClr val="0F2040"/>
                </a:solidFill>
              </a:rPr>
              <a:t>Algumas recomendações: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Verifique a existência de valores ausentes ou inconsistentes e trate-os adequadamente.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Analise  a distribuição da variável-alvo e verifique se há desbalanceamento entre as classes.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Calcule correlações entre atributos e o rótulo de qualidade, removendo ou mantendo atributos com base nessa análise.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Aplique normalização ou padronização das variáveis numéricas, justificando a escolha.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Registre e compare estatísticas antes e depois do pré-processamento. 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AF1CBD1-4B8B-6C61-10E1-B93E63051B9E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7038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5A6DA-EFC4-40AE-2E76-E9A70AADD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698B5F1-3807-D382-DE4B-C1D1E8BCF004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0CAA90D8-8417-051F-AB93-1B5449492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2. Análise Exploratória dos Dados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4BD76752-2B0F-F462-6270-9A0D0861F87C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D39F8274-D42F-527B-029C-687E5DCB2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4466" y="2334543"/>
            <a:ext cx="3716314" cy="3268913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4A8D57B1-54E6-D516-A647-B998367E9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21" y="1685896"/>
            <a:ext cx="6068247" cy="4566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0591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A052-25DA-6324-2B00-8B31F5834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23665163-5FEF-4659-5DBB-41B31F9A656A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471CAA0B-C43B-C162-DBF9-4301FFADB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2. Processamento dos Dados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38D1B20-D519-81B6-5C25-9BBE1FA13596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E97807EA-B34E-3CC5-35D7-D8E5D5046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27" y="2239471"/>
            <a:ext cx="5775674" cy="3459058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8F35811A-391C-33D8-BA89-A0ACCE775739}"/>
              </a:ext>
            </a:extLst>
          </p:cNvPr>
          <p:cNvSpPr txBox="1"/>
          <p:nvPr/>
        </p:nvSpPr>
        <p:spPr>
          <a:xfrm>
            <a:off x="6452755" y="2676339"/>
            <a:ext cx="54189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Ajuste das classes de saída, alteração do intervalo de [0, 10] para [0, 6].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>
              <a:solidFill>
                <a:srgbClr val="0F204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Normalização dos dados utilizando o MinMaxScaler, visto que as distribuições de probabilidade não seguem a distribuição normal.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>
              <a:solidFill>
                <a:srgbClr val="0F204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Divisão dos dados em: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pt-BR">
                <a:solidFill>
                  <a:srgbClr val="0F2040"/>
                </a:solidFill>
              </a:rPr>
              <a:t>Treino (80%, 5197)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pt-BR">
                <a:solidFill>
                  <a:srgbClr val="0F2040"/>
                </a:solidFill>
              </a:rPr>
              <a:t>Validação (10%, 650)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pt-BR">
                <a:solidFill>
                  <a:srgbClr val="0F2040"/>
                </a:solidFill>
              </a:rPr>
              <a:t>Teste (10%, 650)</a:t>
            </a:r>
          </a:p>
        </p:txBody>
      </p:sp>
    </p:spTree>
    <p:extLst>
      <p:ext uri="{BB962C8B-B14F-4D97-AF65-F5344CB8AC3E}">
        <p14:creationId xmlns:p14="http://schemas.microsoft.com/office/powerpoint/2010/main" val="1016905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5AFD3-C0BF-5523-D906-E3B92CCA5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50715D0-6AF1-309A-C05F-E456953A669B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78BC2564-8E8B-8A1C-45CE-FD15CEF33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2. Criação do Modelo e Treinamento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C6303FC-9000-937D-A94A-A67CF7F1DA2B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30D65DA-6E83-3C1E-7497-7008B7EE1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91" y="2252444"/>
            <a:ext cx="5989290" cy="3433113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7096D4D1-B415-846C-DD39-E9C36DCB0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7496" y="1385585"/>
            <a:ext cx="4140413" cy="2266037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5425B97E-F415-0C38-CB37-559F60A716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160" y="3955889"/>
            <a:ext cx="3699085" cy="2596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1081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F3EF7-769A-102E-DFD6-0BB915FF1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710C0BCB-09D9-12E4-5D0A-13EB02ED2B5B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E9AF4BB0-8588-B162-A860-4F8B7C51C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2. Avaliação do Modelo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573C646C-7D12-5D5B-B3AB-5619D46FE915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BE38C40E-F58B-9FFB-527D-7B0D2C3AB7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091228"/>
              </p:ext>
            </p:extLst>
          </p:nvPr>
        </p:nvGraphicFramePr>
        <p:xfrm>
          <a:off x="5617439" y="2373321"/>
          <a:ext cx="5818490" cy="3191359"/>
        </p:xfrm>
        <a:graphic>
          <a:graphicData uri="http://schemas.openxmlformats.org/drawingml/2006/table">
            <a:tbl>
              <a:tblPr/>
              <a:tblGrid>
                <a:gridCol w="1546688">
                  <a:extLst>
                    <a:ext uri="{9D8B030D-6E8A-4147-A177-3AD203B41FA5}">
                      <a16:colId xmlns:a16="http://schemas.microsoft.com/office/drawing/2014/main" val="4135503403"/>
                    </a:ext>
                  </a:extLst>
                </a:gridCol>
                <a:gridCol w="1012712">
                  <a:extLst>
                    <a:ext uri="{9D8B030D-6E8A-4147-A177-3AD203B41FA5}">
                      <a16:colId xmlns:a16="http://schemas.microsoft.com/office/drawing/2014/main" val="2522455301"/>
                    </a:ext>
                  </a:extLst>
                </a:gridCol>
                <a:gridCol w="331433">
                  <a:extLst>
                    <a:ext uri="{9D8B030D-6E8A-4147-A177-3AD203B41FA5}">
                      <a16:colId xmlns:a16="http://schemas.microsoft.com/office/drawing/2014/main" val="1403997485"/>
                    </a:ext>
                  </a:extLst>
                </a:gridCol>
                <a:gridCol w="883821">
                  <a:extLst>
                    <a:ext uri="{9D8B030D-6E8A-4147-A177-3AD203B41FA5}">
                      <a16:colId xmlns:a16="http://schemas.microsoft.com/office/drawing/2014/main" val="3023076059"/>
                    </a:ext>
                  </a:extLst>
                </a:gridCol>
                <a:gridCol w="1235068">
                  <a:extLst>
                    <a:ext uri="{9D8B030D-6E8A-4147-A177-3AD203B41FA5}">
                      <a16:colId xmlns:a16="http://schemas.microsoft.com/office/drawing/2014/main" val="2164156650"/>
                    </a:ext>
                  </a:extLst>
                </a:gridCol>
                <a:gridCol w="808768">
                  <a:extLst>
                    <a:ext uri="{9D8B030D-6E8A-4147-A177-3AD203B41FA5}">
                      <a16:colId xmlns:a16="http://schemas.microsoft.com/office/drawing/2014/main" val="1178426066"/>
                    </a:ext>
                  </a:extLst>
                </a:gridCol>
              </a:tblGrid>
              <a:tr h="4695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Classes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Frequência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Precisão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Sensibilidade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F1-Score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5098224"/>
                  </a:ext>
                </a:extLst>
              </a:tr>
              <a:tr h="2474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500" b="0" i="0" u="none" strike="noStrike">
                        <a:solidFill>
                          <a:srgbClr val="002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725334"/>
                  </a:ext>
                </a:extLst>
              </a:tr>
              <a:tr h="2474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26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500" b="0" i="0" u="none" strike="noStrike">
                        <a:solidFill>
                          <a:srgbClr val="002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0.50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0.04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0.07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5604679"/>
                  </a:ext>
                </a:extLst>
              </a:tr>
              <a:tr h="2474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198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500" b="0" i="0" u="none" strike="noStrike">
                        <a:solidFill>
                          <a:srgbClr val="002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0.59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0.74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0.65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3512595"/>
                  </a:ext>
                </a:extLst>
              </a:tr>
              <a:tr h="2474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300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500" b="0" i="0" u="none" strike="noStrike">
                        <a:solidFill>
                          <a:srgbClr val="002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0.61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0.64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0.63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9098190"/>
                  </a:ext>
                </a:extLst>
              </a:tr>
              <a:tr h="2474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500" b="0" i="0" u="none" strike="noStrike">
                        <a:solidFill>
                          <a:srgbClr val="002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0.56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0.45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0.50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4501078"/>
                  </a:ext>
                </a:extLst>
              </a:tr>
              <a:tr h="2474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500" b="0" i="0" u="none" strike="noStrike">
                        <a:solidFill>
                          <a:srgbClr val="002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2751483"/>
                  </a:ext>
                </a:extLst>
              </a:tr>
              <a:tr h="2474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500" b="0" i="0" u="none" strike="noStrike">
                        <a:solidFill>
                          <a:srgbClr val="002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1632936"/>
                  </a:ext>
                </a:extLst>
              </a:tr>
              <a:tr h="2474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500" b="1" i="0" u="none" strike="noStrike">
                        <a:solidFill>
                          <a:srgbClr val="002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500" b="0" i="0" u="none" strike="noStrike">
                        <a:solidFill>
                          <a:srgbClr val="002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500" b="0" i="0" u="none" strike="noStrike">
                        <a:solidFill>
                          <a:srgbClr val="002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500" b="0" i="0" u="none" strike="noStrike">
                        <a:solidFill>
                          <a:srgbClr val="002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500" b="0" i="0" u="none" strike="noStrike">
                        <a:solidFill>
                          <a:srgbClr val="002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500" b="0" i="0" u="none" strike="noStrike">
                        <a:solidFill>
                          <a:srgbClr val="002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5051536"/>
                  </a:ext>
                </a:extLst>
              </a:tr>
              <a:tr h="2474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Acurácia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650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500" b="0" i="0" u="none" strike="noStrike">
                        <a:solidFill>
                          <a:srgbClr val="002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500" b="0" i="0" u="none" strike="noStrike">
                        <a:solidFill>
                          <a:srgbClr val="002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500" b="0" i="0" u="none" strike="noStrike">
                        <a:solidFill>
                          <a:srgbClr val="002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0.59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1136943"/>
                  </a:ext>
                </a:extLst>
              </a:tr>
              <a:tr h="2474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Média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650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500" b="0" i="0" u="none" strike="noStrike">
                        <a:solidFill>
                          <a:srgbClr val="002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0.32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0.27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0.26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5921985"/>
                  </a:ext>
                </a:extLst>
              </a:tr>
              <a:tr h="2474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Média Ponderada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0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650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500" b="0" i="0" u="none" strike="noStrike">
                        <a:solidFill>
                          <a:srgbClr val="002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0.57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0.59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b="1" i="0" u="none" strike="noStrike">
                          <a:solidFill>
                            <a:srgbClr val="002060"/>
                          </a:solidFill>
                          <a:effectLst/>
                          <a:latin typeface="Aptos Narrow" panose="020B0004020202020204" pitchFamily="34" charset="0"/>
                        </a:rPr>
                        <a:t>0.57</a:t>
                      </a:r>
                    </a:p>
                  </a:txBody>
                  <a:tcPr marL="10310" marR="10310" marT="1031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429263"/>
                  </a:ext>
                </a:extLst>
              </a:tr>
            </a:tbl>
          </a:graphicData>
        </a:graphic>
      </p:graphicFrame>
      <p:pic>
        <p:nvPicPr>
          <p:cNvPr id="10" name="Imagem 9">
            <a:extLst>
              <a:ext uri="{FF2B5EF4-FFF2-40B4-BE49-F238E27FC236}">
                <a16:creationId xmlns:a16="http://schemas.microsoft.com/office/drawing/2014/main" id="{0BC0456A-7AAC-1A2F-4869-74219DF5C2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448" y="1893600"/>
            <a:ext cx="4685238" cy="415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1614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CCE17-869D-1CE1-B954-71B82546A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205FD9B3-A2EC-A600-0C63-88FA51210356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155D7D71-BEEB-682F-3A13-6C322B786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3. Enunciado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133C41D-C07F-911D-D386-7CB6170A7525}"/>
              </a:ext>
            </a:extLst>
          </p:cNvPr>
          <p:cNvSpPr txBox="1"/>
          <p:nvPr/>
        </p:nvSpPr>
        <p:spPr>
          <a:xfrm>
            <a:off x="1003446" y="3230336"/>
            <a:ext cx="1018510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>
                <a:solidFill>
                  <a:srgbClr val="0F2040"/>
                </a:solidFill>
              </a:rPr>
              <a:t>Implemente e treine uma </a:t>
            </a:r>
            <a:r>
              <a:rPr lang="pt-BR" b="1">
                <a:solidFill>
                  <a:srgbClr val="0F2040"/>
                </a:solidFill>
              </a:rPr>
              <a:t>Rede Neural Convolucional (CNN)</a:t>
            </a:r>
            <a:r>
              <a:rPr lang="pt-BR">
                <a:solidFill>
                  <a:srgbClr val="0F2040"/>
                </a:solidFill>
              </a:rPr>
              <a:t> para resolver o problema de </a:t>
            </a:r>
            <a:br>
              <a:rPr lang="pt-BR">
                <a:solidFill>
                  <a:srgbClr val="0F2040"/>
                </a:solidFill>
              </a:rPr>
            </a:br>
            <a:r>
              <a:rPr lang="pt-BR">
                <a:solidFill>
                  <a:srgbClr val="0F2040"/>
                </a:solidFill>
              </a:rPr>
              <a:t>classificação de objetos em imagens, utilizando a base de dados </a:t>
            </a:r>
            <a:r>
              <a:rPr lang="pt-BR" b="1">
                <a:solidFill>
                  <a:srgbClr val="0F2040"/>
                </a:solidFill>
              </a:rPr>
              <a:t>CIFAR-10</a:t>
            </a:r>
            <a:r>
              <a:rPr lang="pt-BR">
                <a:solidFill>
                  <a:srgbClr val="0F2040"/>
                </a:solidFill>
              </a:rPr>
              <a:t>. </a:t>
            </a:r>
            <a:br>
              <a:rPr lang="pt-BR">
                <a:solidFill>
                  <a:srgbClr val="0F2040"/>
                </a:solidFill>
              </a:rPr>
            </a:br>
            <a:br>
              <a:rPr lang="pt-BR">
                <a:solidFill>
                  <a:srgbClr val="0F2040"/>
                </a:solidFill>
              </a:rPr>
            </a:br>
            <a:r>
              <a:rPr lang="pt-BR">
                <a:solidFill>
                  <a:srgbClr val="0F2040"/>
                </a:solidFill>
              </a:rPr>
              <a:t>Apresente a curva do erro médio ao longo do treinamento, bem como a matriz de confusão do </a:t>
            </a:r>
            <a:br>
              <a:rPr lang="pt-BR">
                <a:solidFill>
                  <a:srgbClr val="0F2040"/>
                </a:solidFill>
              </a:rPr>
            </a:br>
            <a:r>
              <a:rPr lang="pt-BR">
                <a:solidFill>
                  <a:srgbClr val="0F2040"/>
                </a:solidFill>
              </a:rPr>
              <a:t>modelo avaliado sobre o conjunto de testes.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0D5B4FA6-9691-E273-1756-BF1166166919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3114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19C66-ADBC-1EB3-6274-33638B43C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902EE221-D9A5-C3FF-5A00-EBBBFAFCC07A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52089DDB-2C80-13B6-8C86-E604AD64F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3. Pré-processamento dos Dados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F980E93-E142-CA48-DD28-AA1904A1450C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D1CF77A-54A8-52DC-6E71-00151507E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3678" y="1595001"/>
            <a:ext cx="7955271" cy="474301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38A5B6F3-9F41-A03B-5DEC-FF8D2D1C7007}"/>
              </a:ext>
            </a:extLst>
          </p:cNvPr>
          <p:cNvSpPr txBox="1"/>
          <p:nvPr/>
        </p:nvSpPr>
        <p:spPr>
          <a:xfrm>
            <a:off x="221524" y="3429551"/>
            <a:ext cx="343169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pt-BR" b="1">
                <a:solidFill>
                  <a:srgbClr val="0F2040"/>
                </a:solidFill>
              </a:rPr>
              <a:t>Treinamento</a:t>
            </a:r>
            <a:r>
              <a:rPr lang="pt-BR">
                <a:solidFill>
                  <a:srgbClr val="0F2040"/>
                </a:solidFill>
              </a:rPr>
              <a:t>: 50.000 </a:t>
            </a:r>
            <a:r>
              <a:rPr lang="pt-BR" err="1">
                <a:solidFill>
                  <a:srgbClr val="0F2040"/>
                </a:solidFill>
              </a:rPr>
              <a:t>imgs</a:t>
            </a:r>
            <a:endParaRPr lang="pt-BR" err="1"/>
          </a:p>
          <a:p>
            <a:pPr marL="285750" indent="-285750">
              <a:buFont typeface="Arial"/>
              <a:buChar char="•"/>
            </a:pPr>
            <a:r>
              <a:rPr lang="pt-BR" b="1">
                <a:solidFill>
                  <a:srgbClr val="0F2040"/>
                </a:solidFill>
              </a:rPr>
              <a:t>Validação</a:t>
            </a:r>
            <a:r>
              <a:rPr lang="pt-BR">
                <a:solidFill>
                  <a:srgbClr val="0F2040"/>
                </a:solidFill>
              </a:rPr>
              <a:t>: 10.000 </a:t>
            </a:r>
            <a:r>
              <a:rPr lang="pt-BR" err="1">
                <a:solidFill>
                  <a:srgbClr val="0F2040"/>
                </a:solidFill>
              </a:rPr>
              <a:t>imgs</a:t>
            </a:r>
          </a:p>
        </p:txBody>
      </p:sp>
    </p:spTree>
    <p:extLst>
      <p:ext uri="{BB962C8B-B14F-4D97-AF65-F5344CB8AC3E}">
        <p14:creationId xmlns:p14="http://schemas.microsoft.com/office/powerpoint/2010/main" val="14553033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382D7-499F-38BA-86AD-752246481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69BC2B4F-8215-228E-5CE9-0AA1ADA06797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37CD343B-81C4-8DEF-1524-08BBFA0A8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3. Criação do Modelo e Treinamento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2CD2CE11-3CD2-8CF8-0638-75A930B13DC2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F310230A-8AF2-2770-BB9D-8D1D54D784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3574" y="1249261"/>
            <a:ext cx="4844853" cy="5439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8231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C4D06-D2F6-C313-40D3-690EDA133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62531D8F-6DA8-CC46-D844-4C6630637027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62C6711D-CD10-30B0-DB5E-425D3FA1A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3. Criação do Modelo e Treinamento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570E30F1-5B3D-460E-D9DE-5A6DF11C13CA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Diagrama&#10;&#10;O conteúdo gerado por IA pode estar incorreto.">
            <a:extLst>
              <a:ext uri="{FF2B5EF4-FFF2-40B4-BE49-F238E27FC236}">
                <a16:creationId xmlns:a16="http://schemas.microsoft.com/office/drawing/2014/main" id="{F541213F-CBF0-9851-3207-BC937B276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320333" y="-2639608"/>
            <a:ext cx="1476628" cy="12122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4165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66978-0F44-DDB0-901D-C65910BCA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2808D6D-7018-B6E6-9969-0274A2EFD1BB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4F1CF599-353C-3887-D159-4CC2B56A8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3. Predição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59E30EC5-67EE-7643-F93F-823921459132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Imagem 9" descr="Gráfico, Histograma&#10;&#10;O conteúdo gerado por IA pode estar incorreto.">
            <a:extLst>
              <a:ext uri="{FF2B5EF4-FFF2-40B4-BE49-F238E27FC236}">
                <a16:creationId xmlns:a16="http://schemas.microsoft.com/office/drawing/2014/main" id="{46884FDC-A2D8-32E6-583B-1344038D0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5109" y="1999783"/>
            <a:ext cx="3472019" cy="2788709"/>
          </a:xfrm>
          <a:prstGeom prst="rect">
            <a:avLst/>
          </a:prstGeom>
        </p:spPr>
      </p:pic>
      <p:pic>
        <p:nvPicPr>
          <p:cNvPr id="11" name="Imagem 10" descr="Gráfico&#10;&#10;O conteúdo gerado por IA pode estar incorreto.">
            <a:extLst>
              <a:ext uri="{FF2B5EF4-FFF2-40B4-BE49-F238E27FC236}">
                <a16:creationId xmlns:a16="http://schemas.microsoft.com/office/drawing/2014/main" id="{41BA781A-4432-2AD2-929C-A81FA7B725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854" y="1999783"/>
            <a:ext cx="3467039" cy="2773768"/>
          </a:xfrm>
          <a:prstGeom prst="rect">
            <a:avLst/>
          </a:prstGeom>
        </p:spPr>
      </p:pic>
      <p:pic>
        <p:nvPicPr>
          <p:cNvPr id="12" name="Imagem 11" descr="Calendário&#10;&#10;O conteúdo gerado por IA pode estar incorreto.">
            <a:extLst>
              <a:ext uri="{FF2B5EF4-FFF2-40B4-BE49-F238E27FC236}">
                <a16:creationId xmlns:a16="http://schemas.microsoft.com/office/drawing/2014/main" id="{A029150B-BC82-5B3B-AD81-2F9B076E1E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3875" y="1615670"/>
            <a:ext cx="4790328" cy="4040032"/>
          </a:xfrm>
          <a:prstGeom prst="rect">
            <a:avLst/>
          </a:prstGeom>
        </p:spPr>
      </p:pic>
      <p:sp>
        <p:nvSpPr>
          <p:cNvPr id="15" name="CaixaDeTexto 14">
            <a:extLst>
              <a:ext uri="{FF2B5EF4-FFF2-40B4-BE49-F238E27FC236}">
                <a16:creationId xmlns:a16="http://schemas.microsoft.com/office/drawing/2014/main" id="{A22406C2-D461-168D-2F75-20825A811C95}"/>
              </a:ext>
            </a:extLst>
          </p:cNvPr>
          <p:cNvSpPr txBox="1"/>
          <p:nvPr/>
        </p:nvSpPr>
        <p:spPr>
          <a:xfrm>
            <a:off x="1974621" y="5018295"/>
            <a:ext cx="343169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pt-BR" b="1">
                <a:solidFill>
                  <a:srgbClr val="0F2040"/>
                </a:solidFill>
              </a:rPr>
              <a:t>Treinamento</a:t>
            </a:r>
            <a:r>
              <a:rPr lang="pt-BR">
                <a:solidFill>
                  <a:srgbClr val="0F2040"/>
                </a:solidFill>
              </a:rPr>
              <a:t>: 98.60%</a:t>
            </a:r>
          </a:p>
          <a:p>
            <a:pPr marL="285750" indent="-285750">
              <a:buFont typeface="Arial"/>
              <a:buChar char="•"/>
            </a:pPr>
            <a:r>
              <a:rPr lang="pt-BR" b="1">
                <a:solidFill>
                  <a:srgbClr val="0F2040"/>
                </a:solidFill>
              </a:rPr>
              <a:t>Validação</a:t>
            </a:r>
            <a:r>
              <a:rPr lang="pt-BR">
                <a:solidFill>
                  <a:srgbClr val="0F2040"/>
                </a:solidFill>
              </a:rPr>
              <a:t>: 87.47%</a:t>
            </a:r>
          </a:p>
        </p:txBody>
      </p:sp>
    </p:spTree>
    <p:extLst>
      <p:ext uri="{BB962C8B-B14F-4D97-AF65-F5344CB8AC3E}">
        <p14:creationId xmlns:p14="http://schemas.microsoft.com/office/powerpoint/2010/main" val="12990497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6B98A-EF57-C74D-642B-8E0A6F290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300D396B-D64B-7552-BA9F-5E54306D38ED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CA91D07F-DA65-3F10-9B42-1843851F1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3. Predição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04AA2E0B-DAF8-FF28-2489-0C2EE53A5390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Imagem 11" descr="Calendário&#10;&#10;O conteúdo gerado por IA pode estar incorreto.">
            <a:extLst>
              <a:ext uri="{FF2B5EF4-FFF2-40B4-BE49-F238E27FC236}">
                <a16:creationId xmlns:a16="http://schemas.microsoft.com/office/drawing/2014/main" id="{B681CA82-52FB-620B-4FE0-3907A923F7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8463" y="1799945"/>
            <a:ext cx="5133975" cy="4333875"/>
          </a:xfrm>
          <a:prstGeom prst="rect">
            <a:avLst/>
          </a:prstGeom>
        </p:spPr>
      </p:pic>
      <p:pic>
        <p:nvPicPr>
          <p:cNvPr id="3" name="Imagem 2" descr="Training a Classifier — PyTorch Tutorials 2.8.0+cu128 documentation">
            <a:extLst>
              <a:ext uri="{FF2B5EF4-FFF2-40B4-BE49-F238E27FC236}">
                <a16:creationId xmlns:a16="http://schemas.microsoft.com/office/drawing/2014/main" id="{163A8CC1-DED4-3AFD-9DF1-D099F7BEC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032" y="1799945"/>
            <a:ext cx="5133975" cy="433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6400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B4123-DDE2-5D1B-205F-0E71AAD92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AD7DFB88-BFF7-F36F-128D-7E717CA78B3E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A48B6F6B-35DE-05D5-C2D1-C1DB4AC83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4. Enunciado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E2BC138-453B-6FF9-685B-9277BCB1A08C}"/>
              </a:ext>
            </a:extLst>
          </p:cNvPr>
          <p:cNvSpPr txBox="1"/>
          <p:nvPr/>
        </p:nvSpPr>
        <p:spPr>
          <a:xfrm>
            <a:off x="313460" y="1583732"/>
            <a:ext cx="11565081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>
                <a:solidFill>
                  <a:srgbClr val="0F2040"/>
                </a:solidFill>
              </a:rPr>
              <a:t>Implemente e treine um </a:t>
            </a:r>
            <a:r>
              <a:rPr lang="pt-BR" sz="1600" b="1">
                <a:solidFill>
                  <a:srgbClr val="0F2040"/>
                </a:solidFill>
              </a:rPr>
              <a:t>autoencoder</a:t>
            </a:r>
            <a:r>
              <a:rPr lang="pt-BR" sz="1600">
                <a:solidFill>
                  <a:srgbClr val="0F2040"/>
                </a:solidFill>
              </a:rPr>
              <a:t> utilizando o </a:t>
            </a:r>
            <a:r>
              <a:rPr lang="pt-BR" sz="1600" b="1">
                <a:solidFill>
                  <a:srgbClr val="0F2040"/>
                </a:solidFill>
              </a:rPr>
              <a:t>dataset Fashion-MNIST</a:t>
            </a:r>
            <a:r>
              <a:rPr lang="pt-BR" sz="1600">
                <a:solidFill>
                  <a:srgbClr val="0F2040"/>
                </a:solidFill>
              </a:rPr>
              <a:t>.</a:t>
            </a:r>
          </a:p>
          <a:p>
            <a:endParaRPr lang="pt-BR" sz="1600">
              <a:solidFill>
                <a:srgbClr val="0F2040"/>
              </a:solidFill>
            </a:endParaRPr>
          </a:p>
          <a:p>
            <a:r>
              <a:rPr lang="pt-BR" sz="1600" u="sng">
                <a:solidFill>
                  <a:srgbClr val="0F2040"/>
                </a:solidFill>
              </a:rPr>
              <a:t>Item a.</a:t>
            </a:r>
            <a:r>
              <a:rPr lang="pt-BR" sz="1600">
                <a:solidFill>
                  <a:srgbClr val="0F2040"/>
                </a:solidFill>
              </a:rPr>
              <a:t> O  objetivo deste exercício é compreender como esse tipo de rede neural é capaz de aprender representações comprimidas de dados e realizar reconstruções a partir dessas representações.</a:t>
            </a:r>
          </a:p>
          <a:p>
            <a:endParaRPr lang="pt-BR" sz="1600">
              <a:solidFill>
                <a:srgbClr val="0F204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O autoencoder pode ser construído utilizando apenas </a:t>
            </a:r>
            <a:r>
              <a:rPr lang="pt-BR" sz="1600" b="1">
                <a:solidFill>
                  <a:srgbClr val="0F2040"/>
                </a:solidFill>
              </a:rPr>
              <a:t>camadas densas </a:t>
            </a:r>
            <a:r>
              <a:rPr lang="pt-BR" sz="1600">
                <a:solidFill>
                  <a:srgbClr val="0F2040"/>
                </a:solidFill>
              </a:rPr>
              <a:t>(fully connected) ou, alternativamente, camadas convolucionais e deconvolucionais.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Após o treinamento, selecione 10 imagens do conjunto de teste e utilize o modelo treinado para gerar as reconstruções correspondentes.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Apresente os resultados visualmente, exibindo lado a lado as imagens originais e suas respectivas reconstruções, de modo que seja possível avaliar qualitativamente o desempenho do autoencoder. Apresente também a curva do erro médio ao longo do treinamento.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600">
              <a:solidFill>
                <a:srgbClr val="0F2040"/>
              </a:solidFill>
            </a:endParaRPr>
          </a:p>
          <a:p>
            <a:r>
              <a:rPr lang="pt-BR" sz="1600" u="sng">
                <a:solidFill>
                  <a:srgbClr val="0F2040"/>
                </a:solidFill>
              </a:rPr>
              <a:t>Item b.</a:t>
            </a:r>
            <a:r>
              <a:rPr lang="pt-BR" sz="1600">
                <a:solidFill>
                  <a:srgbClr val="0F2040"/>
                </a:solidFill>
              </a:rPr>
              <a:t> Complete o exercício da questão 4(a) </a:t>
            </a:r>
            <a:r>
              <a:rPr lang="pt-BR" sz="1600" b="1">
                <a:solidFill>
                  <a:srgbClr val="0F2040"/>
                </a:solidFill>
              </a:rPr>
              <a:t>adicionando ruído aleatório às imagens</a:t>
            </a:r>
            <a:r>
              <a:rPr lang="pt-BR" sz="1600">
                <a:solidFill>
                  <a:srgbClr val="0F2040"/>
                </a:solidFill>
              </a:rPr>
              <a:t> de entrada, com o objetivo de treinar um </a:t>
            </a:r>
            <a:r>
              <a:rPr lang="pt-BR" sz="1600" b="1">
                <a:solidFill>
                  <a:srgbClr val="0F2040"/>
                </a:solidFill>
              </a:rPr>
              <a:t>denoising autoencoder</a:t>
            </a:r>
            <a:r>
              <a:rPr lang="pt-BR" sz="1600">
                <a:solidFill>
                  <a:srgbClr val="0F2040"/>
                </a:solidFill>
              </a:rPr>
              <a:t>.</a:t>
            </a:r>
          </a:p>
          <a:p>
            <a:endParaRPr lang="pt-BR" sz="1600">
              <a:solidFill>
                <a:srgbClr val="0F204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Após o treinamento, utilize as 10 imagens selecionadas  na  questão  anterior  (com  o  ruído  aplicado)  e  apresente  os  resultados visualmente, exibindo lado a lado as imagens originais e suas respectivas reconstruções.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Avalie qualitativamente o desempenho do modelo em remover o ruído e preservar as características das imagens originais. 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EB728245-2B42-08F4-125E-658A27506723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6676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E555A-7886-DF10-B3CE-279DE3B5C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FB5D5BCE-6BE7-A5F9-D9F1-F5A5E88E07A8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3B92484F-7504-0174-1850-DC96B1481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4. a) Pré-processamento dos Dados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F53BD44-1EFF-3D2A-0EF7-4D35085BC396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6043F5C-2C58-D437-60CD-B0406EE29F54}"/>
              </a:ext>
            </a:extLst>
          </p:cNvPr>
          <p:cNvSpPr txBox="1"/>
          <p:nvPr/>
        </p:nvSpPr>
        <p:spPr>
          <a:xfrm>
            <a:off x="3736814" y="5207406"/>
            <a:ext cx="47183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Dados de treino: 60.000 imagens (85,7%)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Dados de validação: 5.000 imagens (7,1%)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Dados de teste: 5.000 imagens (7,1%)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803B133C-8607-71A0-35F6-9FD8479C9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0194" y="1650594"/>
            <a:ext cx="6131611" cy="304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4435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C3E9D-565F-6349-96EE-472564DBC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F80E6E6-D15A-4370-74F8-66FEB0ED7F38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25CAE2F8-0FDB-CD2F-F9AC-E8E0A6569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4. a) Criação do Modelo e Treinamento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523C741E-BB00-11F5-0774-1FFCDF002EA6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EC046B1-9657-9B54-06F3-E3ECEC6BB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264" y="1382360"/>
            <a:ext cx="4848683" cy="517328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7E91E32D-9C4C-9D03-0C58-755EE9476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3233" y="2140200"/>
            <a:ext cx="5350503" cy="3657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7304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AA5A1-9A0B-9329-7E9B-983F3FED2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08DB8D4D-C26B-C72E-3628-BCB04F9E9A00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B0164D06-D8D8-F9D6-34B3-9A459C518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4. a) Predição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F8CFA80F-BDF7-E390-45CA-226BFCEAF140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6018E09-4B93-63E4-4D36-8476270F6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91" y="2666825"/>
            <a:ext cx="11256818" cy="260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617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69C7A-2DE3-1C0D-3BC8-55DAE5A4F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21B1671-6E7B-78C9-ED59-8A3525462D03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85AA54F3-41A4-19E1-3903-60F41C513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4. b) Pré-processamento dos Dados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39B1396B-CAAF-7B48-3768-00AD1381B459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88B8A18-4647-C25D-34BD-CCC6C66B7D36}"/>
              </a:ext>
            </a:extLst>
          </p:cNvPr>
          <p:cNvSpPr txBox="1"/>
          <p:nvPr/>
        </p:nvSpPr>
        <p:spPr>
          <a:xfrm>
            <a:off x="3517592" y="4958410"/>
            <a:ext cx="515681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1">
                <a:solidFill>
                  <a:srgbClr val="0F2040"/>
                </a:solidFill>
              </a:rPr>
              <a:t>Fator de Ruído de 0.7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>
              <a:solidFill>
                <a:srgbClr val="0F204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Dados de treino: 60.000 imagens (~85,7%)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Dados de validação: 5.000 imagens (~7,1%)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Dados de teste: 5.000 imagens (~7,1%)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74A3B6-156C-80FE-6D8C-A0DCE2D1B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4048" y="1349999"/>
            <a:ext cx="5783899" cy="3338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0301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A278D-07F2-206E-B87C-C2FA3129E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234A6AC0-E4E8-6864-079C-6A13803B3C8E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23735A35-5A5F-91B3-8EAF-E70FA4255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4. b) Criação do Modelo e Treinamento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827D0C92-369C-6AD8-B94B-AEBDFBC09E52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83B98CC-4B1A-3ECA-C343-EA0FD8528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20" y="1326227"/>
            <a:ext cx="5482658" cy="528554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754ED533-108F-C20A-C904-5C8387BF5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344" y="2146580"/>
            <a:ext cx="5331836" cy="364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2640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443B5-1BBB-833C-3303-943CC33C5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ED254262-1E80-378A-C123-729B88E39714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089DD3C6-215B-A5FA-5C1F-B2021B824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4. b) Predição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D7C5A3C3-7923-1E90-317A-707D3D06BAE0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CD1F702-AEEA-C955-9F8F-625AD7999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68" y="2136011"/>
            <a:ext cx="10671464" cy="3665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5287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1595E-AF31-93EE-644A-7268E3838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C9BE47D1-5E7F-9FF6-E933-5FC0654387B5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224C1838-4DE7-FEA4-D09B-356B08589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5. Enunciado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A39D1CC-8154-225D-A621-433332C60EDB}"/>
              </a:ext>
            </a:extLst>
          </p:cNvPr>
          <p:cNvSpPr txBox="1"/>
          <p:nvPr/>
        </p:nvSpPr>
        <p:spPr>
          <a:xfrm>
            <a:off x="1182941" y="2199285"/>
            <a:ext cx="982611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>
                <a:solidFill>
                  <a:srgbClr val="0F2040"/>
                </a:solidFill>
              </a:rPr>
              <a:t>Implemente uma </a:t>
            </a:r>
            <a:r>
              <a:rPr lang="pt-BR" sz="1600" b="1">
                <a:solidFill>
                  <a:srgbClr val="0F2040"/>
                </a:solidFill>
              </a:rPr>
              <a:t>Rede Neural Recorrente (RNN)</a:t>
            </a:r>
            <a:r>
              <a:rPr lang="pt-BR" sz="1600">
                <a:solidFill>
                  <a:srgbClr val="0F2040"/>
                </a:solidFill>
              </a:rPr>
              <a:t>, como por exemplo uma LSTM ou GRU, para o problema de </a:t>
            </a:r>
            <a:r>
              <a:rPr lang="pt-BR" sz="1600" b="1">
                <a:solidFill>
                  <a:srgbClr val="0F2040"/>
                </a:solidFill>
              </a:rPr>
              <a:t>Análise de Sentimentos</a:t>
            </a:r>
            <a:r>
              <a:rPr lang="pt-BR" sz="1600">
                <a:solidFill>
                  <a:srgbClr val="0F2040"/>
                </a:solidFill>
              </a:rPr>
              <a:t>, utilizando a base de dados de </a:t>
            </a:r>
            <a:r>
              <a:rPr lang="pt-BR" sz="1600" b="1">
                <a:solidFill>
                  <a:srgbClr val="0F2040"/>
                </a:solidFill>
              </a:rPr>
              <a:t>resenhas de filmes do </a:t>
            </a:r>
            <a:r>
              <a:rPr lang="pt-BR" sz="1600" b="1" err="1">
                <a:solidFill>
                  <a:srgbClr val="0F2040"/>
                </a:solidFill>
              </a:rPr>
              <a:t>IMDb</a:t>
            </a:r>
            <a:r>
              <a:rPr lang="pt-BR" sz="1600" b="1">
                <a:solidFill>
                  <a:srgbClr val="0F2040"/>
                </a:solidFill>
              </a:rPr>
              <a:t> </a:t>
            </a:r>
            <a:r>
              <a:rPr lang="pt-BR" sz="1600">
                <a:solidFill>
                  <a:srgbClr val="0F2040"/>
                </a:solidFill>
              </a:rPr>
              <a:t>(Internet </a:t>
            </a:r>
            <a:r>
              <a:rPr lang="pt-BR" sz="1600" err="1">
                <a:solidFill>
                  <a:srgbClr val="0F2040"/>
                </a:solidFill>
              </a:rPr>
              <a:t>Movie</a:t>
            </a:r>
            <a:r>
              <a:rPr lang="pt-BR" sz="1600">
                <a:solidFill>
                  <a:srgbClr val="0F2040"/>
                </a:solidFill>
              </a:rPr>
              <a:t> </a:t>
            </a:r>
            <a:r>
              <a:rPr lang="pt-BR" sz="1600" err="1">
                <a:solidFill>
                  <a:srgbClr val="0F2040"/>
                </a:solidFill>
              </a:rPr>
              <a:t>Database</a:t>
            </a:r>
            <a:r>
              <a:rPr lang="pt-BR" sz="1600">
                <a:solidFill>
                  <a:srgbClr val="0F2040"/>
                </a:solidFill>
              </a:rPr>
              <a:t>).</a:t>
            </a:r>
          </a:p>
          <a:p>
            <a:endParaRPr lang="pt-BR" sz="1600">
              <a:solidFill>
                <a:srgbClr val="0F2040"/>
              </a:solidFill>
            </a:endParaRPr>
          </a:p>
          <a:p>
            <a:r>
              <a:rPr lang="pt-BR" sz="1600">
                <a:solidFill>
                  <a:srgbClr val="0F2040"/>
                </a:solidFill>
              </a:rPr>
              <a:t>Essa base contém 50 mil resenhas em inglês, sendo 25 mil para treinamento e 25 mil para teste, cada uma acompanhada de uma avaliação binária que indica se a resenha é negativa (0) ou positiva (1).</a:t>
            </a:r>
          </a:p>
          <a:p>
            <a:endParaRPr lang="pt-BR" sz="1600">
              <a:solidFill>
                <a:srgbClr val="0F2040"/>
              </a:solidFill>
            </a:endParaRPr>
          </a:p>
          <a:p>
            <a:r>
              <a:rPr lang="pt-BR" sz="1600">
                <a:solidFill>
                  <a:srgbClr val="0F2040"/>
                </a:solidFill>
              </a:rPr>
              <a:t>Descreva: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O processo de pré-processamento dos dados;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A arquitetura da RNN implementada;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Os parâmetros utilizados no treinamento;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Os principais resultados obtidos como acurácia e curva  de  erro;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Apresente  também  5  (cinco)  exemplos  de  resenhas  do  conjunto  de  teste, acompanhados da predição do modelo e do rótulo verdadeiro. 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CDBFCFE0-1A6F-4158-F0EA-4DECA1311D6F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241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66441-121A-8EE6-DD8E-6ED9D6153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370D519D-5358-3776-06C3-F4F348E47811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6BF438D0-C087-841C-735B-51B908BE2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5. Pré-processamento dos Dados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0F832ACC-15F7-79F0-C275-39FC17A052C0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443A748-1C56-6BF3-9E01-BBF308144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1428" y="2023770"/>
            <a:ext cx="6854241" cy="389046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D40A1869-86B5-13DE-F1FF-333E0A03CBC3}"/>
              </a:ext>
            </a:extLst>
          </p:cNvPr>
          <p:cNvSpPr txBox="1"/>
          <p:nvPr/>
        </p:nvSpPr>
        <p:spPr>
          <a:xfrm>
            <a:off x="221524" y="3429551"/>
            <a:ext cx="343169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pt-BR" b="1">
                <a:solidFill>
                  <a:srgbClr val="0F2040"/>
                </a:solidFill>
              </a:rPr>
              <a:t>Treinamento</a:t>
            </a:r>
            <a:r>
              <a:rPr lang="pt-BR">
                <a:solidFill>
                  <a:srgbClr val="0F2040"/>
                </a:solidFill>
              </a:rPr>
              <a:t>: 25.000 reviews</a:t>
            </a:r>
          </a:p>
          <a:p>
            <a:pPr marL="285750" indent="-285750">
              <a:buFont typeface="Arial"/>
              <a:buChar char="•"/>
            </a:pPr>
            <a:r>
              <a:rPr lang="pt-BR" b="1">
                <a:solidFill>
                  <a:srgbClr val="0F2040"/>
                </a:solidFill>
              </a:rPr>
              <a:t>Validação</a:t>
            </a:r>
            <a:r>
              <a:rPr lang="pt-BR">
                <a:solidFill>
                  <a:srgbClr val="0F2040"/>
                </a:solidFill>
              </a:rPr>
              <a:t>: 25.000 reviews</a:t>
            </a:r>
          </a:p>
        </p:txBody>
      </p:sp>
    </p:spTree>
    <p:extLst>
      <p:ext uri="{BB962C8B-B14F-4D97-AF65-F5344CB8AC3E}">
        <p14:creationId xmlns:p14="http://schemas.microsoft.com/office/powerpoint/2010/main" val="7200006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7BF07-0A63-F98A-123C-E71996350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A73AAEB4-F728-7011-4FEA-3FFCE564F899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B644B071-3EB1-F0A6-FF0F-82C3AC9F6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5. Criação do Modelo e Treinamento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A4D8765E-C253-1B66-D2A6-697B1630E8ED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C0BD3D6-9138-2613-C414-7430E82C1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93" y="1368312"/>
            <a:ext cx="6039693" cy="5201376"/>
          </a:xfrm>
          <a:prstGeom prst="rect">
            <a:avLst/>
          </a:prstGeom>
        </p:spPr>
      </p:pic>
      <p:grpSp>
        <p:nvGrpSpPr>
          <p:cNvPr id="6" name="Agrupar 5">
            <a:extLst>
              <a:ext uri="{FF2B5EF4-FFF2-40B4-BE49-F238E27FC236}">
                <a16:creationId xmlns:a16="http://schemas.microsoft.com/office/drawing/2014/main" id="{3CE5340B-BA13-1A8D-8701-3C400F363EB8}"/>
              </a:ext>
            </a:extLst>
          </p:cNvPr>
          <p:cNvGrpSpPr/>
          <p:nvPr/>
        </p:nvGrpSpPr>
        <p:grpSpPr>
          <a:xfrm>
            <a:off x="6548990" y="1956922"/>
            <a:ext cx="5482846" cy="2729255"/>
            <a:chOff x="6539029" y="3969000"/>
            <a:chExt cx="5482846" cy="2729255"/>
          </a:xfrm>
        </p:grpSpPr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9E50F7A6-0CA9-1682-2BD7-27C576D5B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50417"/>
            <a:stretch>
              <a:fillRect/>
            </a:stretch>
          </p:blipFill>
          <p:spPr>
            <a:xfrm>
              <a:off x="6539029" y="3969722"/>
              <a:ext cx="2730636" cy="2728533"/>
            </a:xfrm>
            <a:prstGeom prst="rect">
              <a:avLst/>
            </a:prstGeom>
          </p:spPr>
        </p:pic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CA028F4C-03B6-6514-99D2-0968724469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0"/>
            <a:stretch>
              <a:fillRect/>
            </a:stretch>
          </p:blipFill>
          <p:spPr>
            <a:xfrm>
              <a:off x="9268284" y="3969000"/>
              <a:ext cx="2753591" cy="2728533"/>
            </a:xfrm>
            <a:prstGeom prst="rect">
              <a:avLst/>
            </a:prstGeom>
          </p:spPr>
        </p:pic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6D3847B8-291A-12A4-818E-8C0765274384}"/>
              </a:ext>
            </a:extLst>
          </p:cNvPr>
          <p:cNvSpPr txBox="1"/>
          <p:nvPr/>
        </p:nvSpPr>
        <p:spPr>
          <a:xfrm>
            <a:off x="7572582" y="4853943"/>
            <a:ext cx="343169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pt-BR" b="1">
                <a:solidFill>
                  <a:srgbClr val="0F2040"/>
                </a:solidFill>
              </a:rPr>
              <a:t>Treinamento</a:t>
            </a:r>
            <a:r>
              <a:rPr lang="pt-BR">
                <a:solidFill>
                  <a:srgbClr val="0F2040"/>
                </a:solidFill>
              </a:rPr>
              <a:t>: 97.07%</a:t>
            </a:r>
          </a:p>
          <a:p>
            <a:pPr marL="285750" indent="-285750">
              <a:buFont typeface="Arial"/>
              <a:buChar char="•"/>
            </a:pPr>
            <a:r>
              <a:rPr lang="pt-BR" b="1">
                <a:solidFill>
                  <a:srgbClr val="0F2040"/>
                </a:solidFill>
              </a:rPr>
              <a:t>Validação</a:t>
            </a:r>
            <a:r>
              <a:rPr lang="pt-BR">
                <a:solidFill>
                  <a:srgbClr val="0F2040"/>
                </a:solidFill>
              </a:rPr>
              <a:t>: 86.62%</a:t>
            </a:r>
          </a:p>
        </p:txBody>
      </p:sp>
    </p:spTree>
    <p:extLst>
      <p:ext uri="{BB962C8B-B14F-4D97-AF65-F5344CB8AC3E}">
        <p14:creationId xmlns:p14="http://schemas.microsoft.com/office/powerpoint/2010/main" val="935276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37C66-1665-CD15-16D7-31F240ADE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33AABA62-51BA-9E51-9B1E-B5CB572FA8E7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6CD4C5FB-6B6E-0752-C001-EB12911D4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5. Predição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8FCA121-1CA4-EF27-18AF-C1F1C497AA69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6107EF58-92F9-8B71-EB49-79C8F22F03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34" y="2936630"/>
            <a:ext cx="11843531" cy="2069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231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30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1" baseType="lpstr">
      <vt:lpstr>Tema do Office</vt:lpstr>
      <vt:lpstr>LISTA DE EXERCÍCIOS  APRENDIZAGEM PROFUNDO</vt:lpstr>
      <vt:lpstr>Questão 1. Enunciado</vt:lpstr>
      <vt:lpstr>Questão 1. a) Pré-processamento dos Dados</vt:lpstr>
      <vt:lpstr>Questão 1. a) Criação do Modelo e Treinamento</vt:lpstr>
      <vt:lpstr>Questão 1. a) Avaliação do Modelo</vt:lpstr>
      <vt:lpstr>Questão 1. b) Pré-processamento dos Dados</vt:lpstr>
      <vt:lpstr>Questão 1. b) Criação do Modelo e Treinamento</vt:lpstr>
      <vt:lpstr>Questão 1. b) Avaliação do Modelo</vt:lpstr>
      <vt:lpstr>Questão 2. Enunciado</vt:lpstr>
      <vt:lpstr>Questão 2. Análise Exploratória dos Dados</vt:lpstr>
      <vt:lpstr>Questão 2. Processamento dos Dados</vt:lpstr>
      <vt:lpstr>Questão 2. Criação do Modelo e Treinamento</vt:lpstr>
      <vt:lpstr>Questão 2. Avaliação do Modelo</vt:lpstr>
      <vt:lpstr>Questão 3. Enunciado</vt:lpstr>
      <vt:lpstr>Questão 3. Pré-processamento dos Dados</vt:lpstr>
      <vt:lpstr>Questão 3. Criação do Modelo e Treinamento</vt:lpstr>
      <vt:lpstr>Questão 3. Criação do Modelo e Treinamento</vt:lpstr>
      <vt:lpstr>Questão 3. Predição</vt:lpstr>
      <vt:lpstr>Questão 3. Predição</vt:lpstr>
      <vt:lpstr>Questão 4. Enunciado</vt:lpstr>
      <vt:lpstr>Questão 4. a) Pré-processamento dos Dados</vt:lpstr>
      <vt:lpstr>Questão 4. a) Criação do Modelo e Treinamento</vt:lpstr>
      <vt:lpstr>Questão 4. a) Predição</vt:lpstr>
      <vt:lpstr>Questão 4. b) Pré-processamento dos Dados</vt:lpstr>
      <vt:lpstr>Questão 4. b) Criação do Modelo e Treinamento</vt:lpstr>
      <vt:lpstr>Questão 4. b) Predição</vt:lpstr>
      <vt:lpstr>Questão 5. Enunciado</vt:lpstr>
      <vt:lpstr>Questão 5. Pré-processamento dos Dados</vt:lpstr>
      <vt:lpstr>Questão 5. Criação do Modelo e Treinamento</vt:lpstr>
      <vt:lpstr>Questão 5. Predição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Thiago Ney Evaristo Rodrigues</dc:creator>
  <cp:revision>1</cp:revision>
  <dcterms:created xsi:type="dcterms:W3CDTF">2025-08-18T13:18:14Z</dcterms:created>
  <dcterms:modified xsi:type="dcterms:W3CDTF">2025-09-04T15:57:56Z</dcterms:modified>
</cp:coreProperties>
</file>